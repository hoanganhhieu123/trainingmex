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9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0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2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3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4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5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6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7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29"/>
  </p:notesMasterIdLst>
  <p:handoutMasterIdLst>
    <p:handoutMasterId r:id="rId30"/>
  </p:handoutMasterIdLst>
  <p:sldIdLst>
    <p:sldId id="476" r:id="rId2"/>
    <p:sldId id="407" r:id="rId3"/>
    <p:sldId id="422" r:id="rId4"/>
    <p:sldId id="441" r:id="rId5"/>
    <p:sldId id="394" r:id="rId6"/>
    <p:sldId id="469" r:id="rId7"/>
    <p:sldId id="426" r:id="rId8"/>
    <p:sldId id="449" r:id="rId9"/>
    <p:sldId id="450" r:id="rId10"/>
    <p:sldId id="457" r:id="rId11"/>
    <p:sldId id="458" r:id="rId12"/>
    <p:sldId id="459" r:id="rId13"/>
    <p:sldId id="428" r:id="rId14"/>
    <p:sldId id="429" r:id="rId15"/>
    <p:sldId id="481" r:id="rId16"/>
    <p:sldId id="482" r:id="rId17"/>
    <p:sldId id="430" r:id="rId18"/>
    <p:sldId id="431" r:id="rId19"/>
    <p:sldId id="443" r:id="rId20"/>
    <p:sldId id="432" r:id="rId21"/>
    <p:sldId id="474" r:id="rId22"/>
    <p:sldId id="445" r:id="rId23"/>
    <p:sldId id="434" r:id="rId24"/>
    <p:sldId id="479" r:id="rId25"/>
    <p:sldId id="478" r:id="rId26"/>
    <p:sldId id="436" r:id="rId27"/>
    <p:sldId id="480" r:id="rId28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8" pos="126">
          <p15:clr>
            <a:srgbClr val="A4A3A4"/>
          </p15:clr>
        </p15:guide>
        <p15:guide id="10" pos="172" userDrawn="1">
          <p15:clr>
            <a:srgbClr val="A4A3A4"/>
          </p15:clr>
        </p15:guide>
        <p15:guide id="12" orient="horz" pos="391">
          <p15:clr>
            <a:srgbClr val="A4A3A4"/>
          </p15:clr>
        </p15:guide>
        <p15:guide id="13" orient="horz" pos="4110">
          <p15:clr>
            <a:srgbClr val="A4A3A4"/>
          </p15:clr>
        </p15:guide>
        <p15:guide id="14" pos="60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FFFFCC"/>
    <a:srgbClr val="08D621"/>
    <a:srgbClr val="FF9933"/>
    <a:srgbClr val="0000FF"/>
    <a:srgbClr val="FFFF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6323" autoAdjust="0"/>
  </p:normalViewPr>
  <p:slideViewPr>
    <p:cSldViewPr>
      <p:cViewPr varScale="1">
        <p:scale>
          <a:sx n="86" d="100"/>
          <a:sy n="86" d="100"/>
        </p:scale>
        <p:origin x="1206" y="96"/>
      </p:cViewPr>
      <p:guideLst>
        <p:guide pos="126"/>
        <p:guide pos="172"/>
        <p:guide orient="horz" pos="391"/>
        <p:guide orient="horz" pos="4110"/>
        <p:guide pos="60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3269" y="-72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87F4D72C-6853-41F2-B3DE-F44483C789B8}" type="presOf" srcId="{18D87F5F-42AD-4E9F-A6E6-7FE3973FD35E}" destId="{D3AB7C3D-A810-418A-9680-2D5C0886B87C}" srcOrd="0" destOrd="0" presId="urn:microsoft.com/office/officeart/2005/8/layout/chevron1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5BDE8534-2AA9-41E1-B23F-E4BF07401C0D}" type="presOf" srcId="{BAC7D273-E5EE-4038-A5C1-6C6F5ACB0D03}" destId="{6A0ADE0C-E6D1-4D81-9931-771EEA7AFED4}" srcOrd="0" destOrd="0" presId="urn:microsoft.com/office/officeart/2005/8/layout/chevron1"/>
    <dgm:cxn modelId="{349B2437-33EF-418F-B436-270BD0EE6B89}" type="presOf" srcId="{7AD4F92C-78BA-4F6E-810D-84BEE50C8241}" destId="{75D48B9B-99C3-4C15-8EAC-E9BA0DD14686}" srcOrd="0" destOrd="0" presId="urn:microsoft.com/office/officeart/2005/8/layout/chevron1"/>
    <dgm:cxn modelId="{7844DF40-BEF0-4544-B0F1-554FBABB00CD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431C48CB-3FCC-4AB4-AF93-5B7F648B644E}" type="presOf" srcId="{9E4E745E-2470-477B-9DC0-E82B38E47448}" destId="{85F4B451-0FD0-42C8-80A0-3D70971ED4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C91605DA-F916-4849-B058-AF8C64696219}" type="presOf" srcId="{A2AEA16E-49B1-4DC9-8223-ADFEC1D6E88A}" destId="{679CE53B-3AB7-4DE6-AD51-84FD8C46EB46}" srcOrd="0" destOrd="0" presId="urn:microsoft.com/office/officeart/2005/8/layout/chevron1"/>
    <dgm:cxn modelId="{7B787D70-66F1-4AC6-98C1-7F8650C0B8DE}" type="presParOf" srcId="{75D48B9B-99C3-4C15-8EAC-E9BA0DD14686}" destId="{6A0ADE0C-E6D1-4D81-9931-771EEA7AFED4}" srcOrd="0" destOrd="0" presId="urn:microsoft.com/office/officeart/2005/8/layout/chevron1"/>
    <dgm:cxn modelId="{38644168-5056-44E4-B7F4-0E3B14BC8A9C}" type="presParOf" srcId="{75D48B9B-99C3-4C15-8EAC-E9BA0DD14686}" destId="{065F6587-BE7F-4D0E-98E2-44771C09D7ED}" srcOrd="1" destOrd="0" presId="urn:microsoft.com/office/officeart/2005/8/layout/chevron1"/>
    <dgm:cxn modelId="{380DC22A-3FB2-4D79-9F72-EEE7EE23D954}" type="presParOf" srcId="{75D48B9B-99C3-4C15-8EAC-E9BA0DD14686}" destId="{D3AB7C3D-A810-418A-9680-2D5C0886B87C}" srcOrd="2" destOrd="0" presId="urn:microsoft.com/office/officeart/2005/8/layout/chevron1"/>
    <dgm:cxn modelId="{117FD67A-C577-4C30-B5CC-EF5A0EBF85D0}" type="presParOf" srcId="{75D48B9B-99C3-4C15-8EAC-E9BA0DD14686}" destId="{45F0D139-CE00-4B67-92DF-948F9E3DF760}" srcOrd="3" destOrd="0" presId="urn:microsoft.com/office/officeart/2005/8/layout/chevron1"/>
    <dgm:cxn modelId="{DC948061-297D-44B6-B155-9BC1CF49BECA}" type="presParOf" srcId="{75D48B9B-99C3-4C15-8EAC-E9BA0DD14686}" destId="{85F4B451-0FD0-42C8-80A0-3D70971ED446}" srcOrd="4" destOrd="0" presId="urn:microsoft.com/office/officeart/2005/8/layout/chevron1"/>
    <dgm:cxn modelId="{6BF913E9-F132-4E9A-9D4A-BD8F40632648}" type="presParOf" srcId="{75D48B9B-99C3-4C15-8EAC-E9BA0DD14686}" destId="{0CEB3E5A-3F2D-44D0-8A0A-14BD5AE928A8}" srcOrd="5" destOrd="0" presId="urn:microsoft.com/office/officeart/2005/8/layout/chevron1"/>
    <dgm:cxn modelId="{DFC0BFF3-A57A-4835-A846-725D0AB5A3B8}" type="presParOf" srcId="{75D48B9B-99C3-4C15-8EAC-E9BA0DD14686}" destId="{679CE53B-3AB7-4DE6-AD51-84FD8C46EB46}" srcOrd="6" destOrd="0" presId="urn:microsoft.com/office/officeart/2005/8/layout/chevron1"/>
    <dgm:cxn modelId="{731CFD51-AC21-4841-AAA4-064D58224610}" type="presParOf" srcId="{75D48B9B-99C3-4C15-8EAC-E9BA0DD14686}" destId="{05FDF251-92B6-480C-82BC-68646E838DF3}" srcOrd="7" destOrd="0" presId="urn:microsoft.com/office/officeart/2005/8/layout/chevron1"/>
    <dgm:cxn modelId="{76562957-B771-4727-9F8D-CA6541BE5994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630C4F3C-8244-4198-AC73-05768E43A974}" type="presOf" srcId="{9E4E745E-2470-477B-9DC0-E82B38E47448}" destId="{85F4B451-0FD0-42C8-80A0-3D70971ED446}" srcOrd="0" destOrd="0" presId="urn:microsoft.com/office/officeart/2005/8/layout/chevron1"/>
    <dgm:cxn modelId="{04F9CF6C-9BDA-471E-8BCE-993F9F988EA0}" type="presOf" srcId="{A2AEA16E-49B1-4DC9-8223-ADFEC1D6E88A}" destId="{679CE53B-3AB7-4DE6-AD51-84FD8C46EB46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39BF1598-9C55-428D-ADF8-B961223ED545}" type="presOf" srcId="{8A0BB1E1-EFC2-4F85-98F9-1806732424FD}" destId="{8B532F1F-7985-410D-8F23-17546AA96819}" srcOrd="0" destOrd="0" presId="urn:microsoft.com/office/officeart/2005/8/layout/chevron1"/>
    <dgm:cxn modelId="{773297AE-B0B4-4123-96B1-A5B0370EC094}" type="presOf" srcId="{BAC7D273-E5EE-4038-A5C1-6C6F5ACB0D03}" destId="{6A0ADE0C-E6D1-4D81-9931-771EEA7AFED4}" srcOrd="0" destOrd="0" presId="urn:microsoft.com/office/officeart/2005/8/layout/chevron1"/>
    <dgm:cxn modelId="{336260B9-4635-47A9-9C08-40C745A956D9}" type="presOf" srcId="{18D87F5F-42AD-4E9F-A6E6-7FE3973FD35E}" destId="{D3AB7C3D-A810-418A-9680-2D5C0886B87C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178327F3-881E-4306-95E3-41D42660CF3F}" type="presOf" srcId="{7AD4F92C-78BA-4F6E-810D-84BEE50C8241}" destId="{75D48B9B-99C3-4C15-8EAC-E9BA0DD14686}" srcOrd="0" destOrd="0" presId="urn:microsoft.com/office/officeart/2005/8/layout/chevron1"/>
    <dgm:cxn modelId="{CBA7038B-36DE-48A7-9CE3-0E82216AB2ED}" type="presParOf" srcId="{75D48B9B-99C3-4C15-8EAC-E9BA0DD14686}" destId="{6A0ADE0C-E6D1-4D81-9931-771EEA7AFED4}" srcOrd="0" destOrd="0" presId="urn:microsoft.com/office/officeart/2005/8/layout/chevron1"/>
    <dgm:cxn modelId="{11C8DBA9-86CE-43E6-A39F-489967EC79A0}" type="presParOf" srcId="{75D48B9B-99C3-4C15-8EAC-E9BA0DD14686}" destId="{065F6587-BE7F-4D0E-98E2-44771C09D7ED}" srcOrd="1" destOrd="0" presId="urn:microsoft.com/office/officeart/2005/8/layout/chevron1"/>
    <dgm:cxn modelId="{545B4492-6B56-4216-BF8B-4928330BC500}" type="presParOf" srcId="{75D48B9B-99C3-4C15-8EAC-E9BA0DD14686}" destId="{D3AB7C3D-A810-418A-9680-2D5C0886B87C}" srcOrd="2" destOrd="0" presId="urn:microsoft.com/office/officeart/2005/8/layout/chevron1"/>
    <dgm:cxn modelId="{2BE1BCFB-53DE-4E6F-8F04-52E5B55B183B}" type="presParOf" srcId="{75D48B9B-99C3-4C15-8EAC-E9BA0DD14686}" destId="{45F0D139-CE00-4B67-92DF-948F9E3DF760}" srcOrd="3" destOrd="0" presId="urn:microsoft.com/office/officeart/2005/8/layout/chevron1"/>
    <dgm:cxn modelId="{CC90BA75-12E3-4CF3-9BF2-27D6BD0175B1}" type="presParOf" srcId="{75D48B9B-99C3-4C15-8EAC-E9BA0DD14686}" destId="{85F4B451-0FD0-42C8-80A0-3D70971ED446}" srcOrd="4" destOrd="0" presId="urn:microsoft.com/office/officeart/2005/8/layout/chevron1"/>
    <dgm:cxn modelId="{8BF22C2D-65F0-48A5-B174-AAE935F45E4B}" type="presParOf" srcId="{75D48B9B-99C3-4C15-8EAC-E9BA0DD14686}" destId="{0CEB3E5A-3F2D-44D0-8A0A-14BD5AE928A8}" srcOrd="5" destOrd="0" presId="urn:microsoft.com/office/officeart/2005/8/layout/chevron1"/>
    <dgm:cxn modelId="{928B22FF-279A-419B-878B-5430519C4618}" type="presParOf" srcId="{75D48B9B-99C3-4C15-8EAC-E9BA0DD14686}" destId="{679CE53B-3AB7-4DE6-AD51-84FD8C46EB46}" srcOrd="6" destOrd="0" presId="urn:microsoft.com/office/officeart/2005/8/layout/chevron1"/>
    <dgm:cxn modelId="{61524B78-0430-40D4-9B38-87008F27D4F5}" type="presParOf" srcId="{75D48B9B-99C3-4C15-8EAC-E9BA0DD14686}" destId="{05FDF251-92B6-480C-82BC-68646E838DF3}" srcOrd="7" destOrd="0" presId="urn:microsoft.com/office/officeart/2005/8/layout/chevron1"/>
    <dgm:cxn modelId="{BBD3231C-C027-434A-956C-3751833EF262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4E47CA28-996C-4DE6-A17C-1D4B12DBB730}" type="presOf" srcId="{BAC7D273-E5EE-4038-A5C1-6C6F5ACB0D03}" destId="{6A0ADE0C-E6D1-4D81-9931-771EEA7AFED4}" srcOrd="0" destOrd="0" presId="urn:microsoft.com/office/officeart/2005/8/layout/chevron1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94027B68-C5AC-4EDB-A172-53AADA75772B}" type="presOf" srcId="{A2AEA16E-49B1-4DC9-8223-ADFEC1D6E88A}" destId="{679CE53B-3AB7-4DE6-AD51-84FD8C46EB46}" srcOrd="0" destOrd="0" presId="urn:microsoft.com/office/officeart/2005/8/layout/chevron1"/>
    <dgm:cxn modelId="{6CF98E55-268F-409D-B445-925208CD6A33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61B14C83-5730-4693-93F0-8686B16E76D9}" type="presOf" srcId="{7AD4F92C-78BA-4F6E-810D-84BEE50C8241}" destId="{75D48B9B-99C3-4C15-8EAC-E9BA0DD14686}" srcOrd="0" destOrd="0" presId="urn:microsoft.com/office/officeart/2005/8/layout/chevron1"/>
    <dgm:cxn modelId="{4BEF94B9-4D26-4BF3-9014-ACBE0C3DBCD3}" type="presOf" srcId="{18D87F5F-42AD-4E9F-A6E6-7FE3973FD35E}" destId="{D3AB7C3D-A810-418A-9680-2D5C0886B87C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3D38FDF8-203C-450D-B999-E187F3B00159}" type="presOf" srcId="{9E4E745E-2470-477B-9DC0-E82B38E47448}" destId="{85F4B451-0FD0-42C8-80A0-3D70971ED446}" srcOrd="0" destOrd="0" presId="urn:microsoft.com/office/officeart/2005/8/layout/chevron1"/>
    <dgm:cxn modelId="{D537325F-815B-4571-A738-206D61FFDDDF}" type="presParOf" srcId="{75D48B9B-99C3-4C15-8EAC-E9BA0DD14686}" destId="{6A0ADE0C-E6D1-4D81-9931-771EEA7AFED4}" srcOrd="0" destOrd="0" presId="urn:microsoft.com/office/officeart/2005/8/layout/chevron1"/>
    <dgm:cxn modelId="{68ED9267-9EA2-473E-A941-3F36A88658FB}" type="presParOf" srcId="{75D48B9B-99C3-4C15-8EAC-E9BA0DD14686}" destId="{065F6587-BE7F-4D0E-98E2-44771C09D7ED}" srcOrd="1" destOrd="0" presId="urn:microsoft.com/office/officeart/2005/8/layout/chevron1"/>
    <dgm:cxn modelId="{E14FA076-7266-48FE-99F1-2CBE17278952}" type="presParOf" srcId="{75D48B9B-99C3-4C15-8EAC-E9BA0DD14686}" destId="{D3AB7C3D-A810-418A-9680-2D5C0886B87C}" srcOrd="2" destOrd="0" presId="urn:microsoft.com/office/officeart/2005/8/layout/chevron1"/>
    <dgm:cxn modelId="{BDA134FD-34B1-4DE9-9B2E-B9DDD286B754}" type="presParOf" srcId="{75D48B9B-99C3-4C15-8EAC-E9BA0DD14686}" destId="{45F0D139-CE00-4B67-92DF-948F9E3DF760}" srcOrd="3" destOrd="0" presId="urn:microsoft.com/office/officeart/2005/8/layout/chevron1"/>
    <dgm:cxn modelId="{E693CFD1-778B-4448-80A8-1AD3E8A6EE02}" type="presParOf" srcId="{75D48B9B-99C3-4C15-8EAC-E9BA0DD14686}" destId="{85F4B451-0FD0-42C8-80A0-3D70971ED446}" srcOrd="4" destOrd="0" presId="urn:microsoft.com/office/officeart/2005/8/layout/chevron1"/>
    <dgm:cxn modelId="{A85DDEAB-F2AF-4C5D-99F8-E224FBED7037}" type="presParOf" srcId="{75D48B9B-99C3-4C15-8EAC-E9BA0DD14686}" destId="{0CEB3E5A-3F2D-44D0-8A0A-14BD5AE928A8}" srcOrd="5" destOrd="0" presId="urn:microsoft.com/office/officeart/2005/8/layout/chevron1"/>
    <dgm:cxn modelId="{D5BEE42B-1FF6-49EE-A551-5D3F0152010D}" type="presParOf" srcId="{75D48B9B-99C3-4C15-8EAC-E9BA0DD14686}" destId="{679CE53B-3AB7-4DE6-AD51-84FD8C46EB46}" srcOrd="6" destOrd="0" presId="urn:microsoft.com/office/officeart/2005/8/layout/chevron1"/>
    <dgm:cxn modelId="{98AA7FA3-D3A1-4AD6-A3F3-FBAD705BC57A}" type="presParOf" srcId="{75D48B9B-99C3-4C15-8EAC-E9BA0DD14686}" destId="{05FDF251-92B6-480C-82BC-68646E838DF3}" srcOrd="7" destOrd="0" presId="urn:microsoft.com/office/officeart/2005/8/layout/chevron1"/>
    <dgm:cxn modelId="{24953D74-3027-41C8-81D9-BBF655A2F103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2DAB14-12D9-419D-9D16-527F0B460C00}" type="presOf" srcId="{18D87F5F-42AD-4E9F-A6E6-7FE3973FD35E}" destId="{D3AB7C3D-A810-418A-9680-2D5C0886B87C}" srcOrd="0" destOrd="0" presId="urn:microsoft.com/office/officeart/2005/8/layout/chevron1"/>
    <dgm:cxn modelId="{38A4FA1D-E630-44F6-828F-6C2F0005AA0F}" type="presOf" srcId="{A2AEA16E-49B1-4DC9-8223-ADFEC1D6E88A}" destId="{679CE53B-3AB7-4DE6-AD51-84FD8C46EB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2620075-0A77-4BCB-B569-A2A823FECB1D}" type="presOf" srcId="{9E4E745E-2470-477B-9DC0-E82B38E47448}" destId="{85F4B451-0FD0-42C8-80A0-3D70971ED446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4FC96383-0C6E-4E20-93FB-E02D0FCF5AA2}" type="presOf" srcId="{8A0BB1E1-EFC2-4F85-98F9-1806732424FD}" destId="{8B532F1F-7985-410D-8F23-17546AA96819}" srcOrd="0" destOrd="0" presId="urn:microsoft.com/office/officeart/2005/8/layout/chevron1"/>
    <dgm:cxn modelId="{D5ABA3A6-E76F-4CD4-830D-8B723D918AF4}" type="presOf" srcId="{7AD4F92C-78BA-4F6E-810D-84BEE50C8241}" destId="{75D48B9B-99C3-4C15-8EAC-E9BA0DD1468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435870FF-E0C6-4491-93F7-281D7B96C380}" type="presOf" srcId="{BAC7D273-E5EE-4038-A5C1-6C6F5ACB0D03}" destId="{6A0ADE0C-E6D1-4D81-9931-771EEA7AFED4}" srcOrd="0" destOrd="0" presId="urn:microsoft.com/office/officeart/2005/8/layout/chevron1"/>
    <dgm:cxn modelId="{7DE7A16A-1E5B-41C5-99F4-C79BFEE58CBF}" type="presParOf" srcId="{75D48B9B-99C3-4C15-8EAC-E9BA0DD14686}" destId="{6A0ADE0C-E6D1-4D81-9931-771EEA7AFED4}" srcOrd="0" destOrd="0" presId="urn:microsoft.com/office/officeart/2005/8/layout/chevron1"/>
    <dgm:cxn modelId="{34556756-33B3-42BF-9003-76E0F440DA6F}" type="presParOf" srcId="{75D48B9B-99C3-4C15-8EAC-E9BA0DD14686}" destId="{065F6587-BE7F-4D0E-98E2-44771C09D7ED}" srcOrd="1" destOrd="0" presId="urn:microsoft.com/office/officeart/2005/8/layout/chevron1"/>
    <dgm:cxn modelId="{10BAD00C-2490-4D13-B63B-D0C023B113C7}" type="presParOf" srcId="{75D48B9B-99C3-4C15-8EAC-E9BA0DD14686}" destId="{D3AB7C3D-A810-418A-9680-2D5C0886B87C}" srcOrd="2" destOrd="0" presId="urn:microsoft.com/office/officeart/2005/8/layout/chevron1"/>
    <dgm:cxn modelId="{CE40D203-3EFA-4493-9786-2A40BB9A72A2}" type="presParOf" srcId="{75D48B9B-99C3-4C15-8EAC-E9BA0DD14686}" destId="{45F0D139-CE00-4B67-92DF-948F9E3DF760}" srcOrd="3" destOrd="0" presId="urn:microsoft.com/office/officeart/2005/8/layout/chevron1"/>
    <dgm:cxn modelId="{67C38E41-7B3B-4BF2-AFEF-D8DC2D510729}" type="presParOf" srcId="{75D48B9B-99C3-4C15-8EAC-E9BA0DD14686}" destId="{85F4B451-0FD0-42C8-80A0-3D70971ED446}" srcOrd="4" destOrd="0" presId="urn:microsoft.com/office/officeart/2005/8/layout/chevron1"/>
    <dgm:cxn modelId="{764197B2-001E-42F1-86B5-F518E17345AA}" type="presParOf" srcId="{75D48B9B-99C3-4C15-8EAC-E9BA0DD14686}" destId="{0CEB3E5A-3F2D-44D0-8A0A-14BD5AE928A8}" srcOrd="5" destOrd="0" presId="urn:microsoft.com/office/officeart/2005/8/layout/chevron1"/>
    <dgm:cxn modelId="{B89E35F8-00F5-495B-86D6-BA16B80B4F7C}" type="presParOf" srcId="{75D48B9B-99C3-4C15-8EAC-E9BA0DD14686}" destId="{679CE53B-3AB7-4DE6-AD51-84FD8C46EB46}" srcOrd="6" destOrd="0" presId="urn:microsoft.com/office/officeart/2005/8/layout/chevron1"/>
    <dgm:cxn modelId="{A08F13FD-6337-46A5-A072-64056A81E997}" type="presParOf" srcId="{75D48B9B-99C3-4C15-8EAC-E9BA0DD14686}" destId="{05FDF251-92B6-480C-82BC-68646E838DF3}" srcOrd="7" destOrd="0" presId="urn:microsoft.com/office/officeart/2005/8/layout/chevron1"/>
    <dgm:cxn modelId="{9A8F589B-6841-49B5-9815-E7299419E7D2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00802F12-DAAB-4801-9123-5AD8419CEEF0}" type="presOf" srcId="{18D87F5F-42AD-4E9F-A6E6-7FE3973FD35E}" destId="{D3AB7C3D-A810-418A-9680-2D5C0886B87C}" srcOrd="0" destOrd="0" presId="urn:microsoft.com/office/officeart/2005/8/layout/chevron1"/>
    <dgm:cxn modelId="{17DCD817-3439-47C3-BE41-1A24A9B69A7D}" type="presOf" srcId="{BAC7D273-E5EE-4038-A5C1-6C6F5ACB0D03}" destId="{6A0ADE0C-E6D1-4D81-9931-771EEA7AFED4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31954828-2B28-4105-A8F4-2590678F1859}" type="presOf" srcId="{9E4E745E-2470-477B-9DC0-E82B38E47448}" destId="{85F4B451-0FD0-42C8-80A0-3D70971ED446}" srcOrd="0" destOrd="0" presId="urn:microsoft.com/office/officeart/2005/8/layout/chevron1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D7C45B89-8BF8-4F60-A8AA-EDF4A84B3F19}" type="presOf" srcId="{8A0BB1E1-EFC2-4F85-98F9-1806732424FD}" destId="{8B532F1F-7985-410D-8F23-17546AA96819}" srcOrd="0" destOrd="0" presId="urn:microsoft.com/office/officeart/2005/8/layout/chevron1"/>
    <dgm:cxn modelId="{AD2A90AE-5849-4330-93CC-079EB191B4A0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062199FE-00F5-41E3-AA9B-FA073EE3AC41}" type="presOf" srcId="{7AD4F92C-78BA-4F6E-810D-84BEE50C8241}" destId="{75D48B9B-99C3-4C15-8EAC-E9BA0DD14686}" srcOrd="0" destOrd="0" presId="urn:microsoft.com/office/officeart/2005/8/layout/chevron1"/>
    <dgm:cxn modelId="{249FA1A6-7F6B-4CD6-A99B-284CDAD9EC99}" type="presParOf" srcId="{75D48B9B-99C3-4C15-8EAC-E9BA0DD14686}" destId="{6A0ADE0C-E6D1-4D81-9931-771EEA7AFED4}" srcOrd="0" destOrd="0" presId="urn:microsoft.com/office/officeart/2005/8/layout/chevron1"/>
    <dgm:cxn modelId="{6A719B80-DD26-47F3-9CC6-5784DE4CE9B0}" type="presParOf" srcId="{75D48B9B-99C3-4C15-8EAC-E9BA0DD14686}" destId="{065F6587-BE7F-4D0E-98E2-44771C09D7ED}" srcOrd="1" destOrd="0" presId="urn:microsoft.com/office/officeart/2005/8/layout/chevron1"/>
    <dgm:cxn modelId="{17A79594-7471-4BEB-A7AC-516318B49EA7}" type="presParOf" srcId="{75D48B9B-99C3-4C15-8EAC-E9BA0DD14686}" destId="{D3AB7C3D-A810-418A-9680-2D5C0886B87C}" srcOrd="2" destOrd="0" presId="urn:microsoft.com/office/officeart/2005/8/layout/chevron1"/>
    <dgm:cxn modelId="{8B5A4A0F-877C-4CC3-8C98-0180383E6BFE}" type="presParOf" srcId="{75D48B9B-99C3-4C15-8EAC-E9BA0DD14686}" destId="{45F0D139-CE00-4B67-92DF-948F9E3DF760}" srcOrd="3" destOrd="0" presId="urn:microsoft.com/office/officeart/2005/8/layout/chevron1"/>
    <dgm:cxn modelId="{D1C9E5BE-CB15-4A58-BAED-152386B909C4}" type="presParOf" srcId="{75D48B9B-99C3-4C15-8EAC-E9BA0DD14686}" destId="{85F4B451-0FD0-42C8-80A0-3D70971ED446}" srcOrd="4" destOrd="0" presId="urn:microsoft.com/office/officeart/2005/8/layout/chevron1"/>
    <dgm:cxn modelId="{C828521D-A6F3-4C99-9829-FD08B9562418}" type="presParOf" srcId="{75D48B9B-99C3-4C15-8EAC-E9BA0DD14686}" destId="{0CEB3E5A-3F2D-44D0-8A0A-14BD5AE928A8}" srcOrd="5" destOrd="0" presId="urn:microsoft.com/office/officeart/2005/8/layout/chevron1"/>
    <dgm:cxn modelId="{566F7508-2532-49F2-89B1-66A2EE36C444}" type="presParOf" srcId="{75D48B9B-99C3-4C15-8EAC-E9BA0DD14686}" destId="{679CE53B-3AB7-4DE6-AD51-84FD8C46EB46}" srcOrd="6" destOrd="0" presId="urn:microsoft.com/office/officeart/2005/8/layout/chevron1"/>
    <dgm:cxn modelId="{1C52A654-88F3-4448-86B1-51EFDBC53842}" type="presParOf" srcId="{75D48B9B-99C3-4C15-8EAC-E9BA0DD14686}" destId="{05FDF251-92B6-480C-82BC-68646E838DF3}" srcOrd="7" destOrd="0" presId="urn:microsoft.com/office/officeart/2005/8/layout/chevron1"/>
    <dgm:cxn modelId="{BF070B39-DFF0-4C50-842F-414736A8DF1D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9D9D6916-82A6-4336-A92D-56FE8B329659}" type="presOf" srcId="{8A0BB1E1-EFC2-4F85-98F9-1806732424FD}" destId="{8B532F1F-7985-410D-8F23-17546AA96819}" srcOrd="0" destOrd="0" presId="urn:microsoft.com/office/officeart/2005/8/layout/chevron1"/>
    <dgm:cxn modelId="{61F51B27-85C7-4136-BEF1-185E8ECACC82}" type="presOf" srcId="{7AD4F92C-78BA-4F6E-810D-84BEE50C8241}" destId="{75D48B9B-99C3-4C15-8EAC-E9BA0DD1468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5E745260-D463-4CFF-A92F-36A27086E560}" type="presOf" srcId="{BAC7D273-E5EE-4038-A5C1-6C6F5ACB0D03}" destId="{6A0ADE0C-E6D1-4D81-9931-771EEA7AFED4}" srcOrd="0" destOrd="0" presId="urn:microsoft.com/office/officeart/2005/8/layout/chevron1"/>
    <dgm:cxn modelId="{21F9C844-5EA8-4285-87F4-EFBDE094D45D}" type="presOf" srcId="{9E4E745E-2470-477B-9DC0-E82B38E47448}" destId="{85F4B451-0FD0-42C8-80A0-3D70971ED446}" srcOrd="0" destOrd="0" presId="urn:microsoft.com/office/officeart/2005/8/layout/chevron1"/>
    <dgm:cxn modelId="{372FC551-2024-4B0D-9912-E739DD2619C3}" type="presOf" srcId="{18D87F5F-42AD-4E9F-A6E6-7FE3973FD35E}" destId="{D3AB7C3D-A810-418A-9680-2D5C0886B87C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A5A2A1B8-8F66-4DA1-A2FA-61F258374049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FC516BB5-B058-4A1E-BFDF-CB006468E6CF}" type="presParOf" srcId="{75D48B9B-99C3-4C15-8EAC-E9BA0DD14686}" destId="{6A0ADE0C-E6D1-4D81-9931-771EEA7AFED4}" srcOrd="0" destOrd="0" presId="urn:microsoft.com/office/officeart/2005/8/layout/chevron1"/>
    <dgm:cxn modelId="{6C637BE9-9590-4C99-B98F-9F8660177807}" type="presParOf" srcId="{75D48B9B-99C3-4C15-8EAC-E9BA0DD14686}" destId="{065F6587-BE7F-4D0E-98E2-44771C09D7ED}" srcOrd="1" destOrd="0" presId="urn:microsoft.com/office/officeart/2005/8/layout/chevron1"/>
    <dgm:cxn modelId="{31179F7F-37CC-4291-98D8-8EB2E27A5E68}" type="presParOf" srcId="{75D48B9B-99C3-4C15-8EAC-E9BA0DD14686}" destId="{D3AB7C3D-A810-418A-9680-2D5C0886B87C}" srcOrd="2" destOrd="0" presId="urn:microsoft.com/office/officeart/2005/8/layout/chevron1"/>
    <dgm:cxn modelId="{68C61833-3866-4D04-8EC1-27956149DBC4}" type="presParOf" srcId="{75D48B9B-99C3-4C15-8EAC-E9BA0DD14686}" destId="{45F0D139-CE00-4B67-92DF-948F9E3DF760}" srcOrd="3" destOrd="0" presId="urn:microsoft.com/office/officeart/2005/8/layout/chevron1"/>
    <dgm:cxn modelId="{0056F359-13FA-473A-9422-2D73DD5A82D8}" type="presParOf" srcId="{75D48B9B-99C3-4C15-8EAC-E9BA0DD14686}" destId="{85F4B451-0FD0-42C8-80A0-3D70971ED446}" srcOrd="4" destOrd="0" presId="urn:microsoft.com/office/officeart/2005/8/layout/chevron1"/>
    <dgm:cxn modelId="{C4D2C1E4-6A6C-4B1F-BD46-4403F54A26D1}" type="presParOf" srcId="{75D48B9B-99C3-4C15-8EAC-E9BA0DD14686}" destId="{0CEB3E5A-3F2D-44D0-8A0A-14BD5AE928A8}" srcOrd="5" destOrd="0" presId="urn:microsoft.com/office/officeart/2005/8/layout/chevron1"/>
    <dgm:cxn modelId="{9703F267-0062-4B23-8BCF-0C445CCCE71F}" type="presParOf" srcId="{75D48B9B-99C3-4C15-8EAC-E9BA0DD14686}" destId="{679CE53B-3AB7-4DE6-AD51-84FD8C46EB46}" srcOrd="6" destOrd="0" presId="urn:microsoft.com/office/officeart/2005/8/layout/chevron1"/>
    <dgm:cxn modelId="{084C6330-16F6-409F-96F1-4C31873D9C69}" type="presParOf" srcId="{75D48B9B-99C3-4C15-8EAC-E9BA0DD14686}" destId="{05FDF251-92B6-480C-82BC-68646E838DF3}" srcOrd="7" destOrd="0" presId="urn:microsoft.com/office/officeart/2005/8/layout/chevron1"/>
    <dgm:cxn modelId="{B7BB188E-C33B-4153-BDB9-8320F4B02A9C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F43DB369-BADC-4289-BAD9-6D4B0CA37A96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85C29979-BC18-44BE-9543-DA1D70AA0AE3}" type="presOf" srcId="{7AD4F92C-78BA-4F6E-810D-84BEE50C8241}" destId="{75D48B9B-99C3-4C15-8EAC-E9BA0DD14686}" srcOrd="0" destOrd="0" presId="urn:microsoft.com/office/officeart/2005/8/layout/chevron1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C3EDDB8C-DF9C-4A20-A9AD-E324004882BE}" type="presOf" srcId="{18D87F5F-42AD-4E9F-A6E6-7FE3973FD35E}" destId="{D3AB7C3D-A810-418A-9680-2D5C0886B87C}" srcOrd="0" destOrd="0" presId="urn:microsoft.com/office/officeart/2005/8/layout/chevron1"/>
    <dgm:cxn modelId="{3B78C2D0-E518-44B1-AAB3-134146EACC92}" type="presOf" srcId="{9E4E745E-2470-477B-9DC0-E82B38E47448}" destId="{85F4B451-0FD0-42C8-80A0-3D70971ED4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D65EA1E2-459F-46D2-812B-57EFB3DD134C}" type="presOf" srcId="{A2AEA16E-49B1-4DC9-8223-ADFEC1D6E88A}" destId="{679CE53B-3AB7-4DE6-AD51-84FD8C46EB46}" srcOrd="0" destOrd="0" presId="urn:microsoft.com/office/officeart/2005/8/layout/chevron1"/>
    <dgm:cxn modelId="{7C17AEF0-97A9-4831-A5C4-C67371A7911A}" type="presOf" srcId="{BAC7D273-E5EE-4038-A5C1-6C6F5ACB0D03}" destId="{6A0ADE0C-E6D1-4D81-9931-771EEA7AFED4}" srcOrd="0" destOrd="0" presId="urn:microsoft.com/office/officeart/2005/8/layout/chevron1"/>
    <dgm:cxn modelId="{E9E0020B-CBD0-4A7A-83A7-3CEF24277328}" type="presParOf" srcId="{75D48B9B-99C3-4C15-8EAC-E9BA0DD14686}" destId="{6A0ADE0C-E6D1-4D81-9931-771EEA7AFED4}" srcOrd="0" destOrd="0" presId="urn:microsoft.com/office/officeart/2005/8/layout/chevron1"/>
    <dgm:cxn modelId="{99474207-DA4C-4736-81E7-FA86F18FA9DC}" type="presParOf" srcId="{75D48B9B-99C3-4C15-8EAC-E9BA0DD14686}" destId="{065F6587-BE7F-4D0E-98E2-44771C09D7ED}" srcOrd="1" destOrd="0" presId="urn:microsoft.com/office/officeart/2005/8/layout/chevron1"/>
    <dgm:cxn modelId="{D5B506B1-2B93-40A7-9831-9ACA016162F3}" type="presParOf" srcId="{75D48B9B-99C3-4C15-8EAC-E9BA0DD14686}" destId="{D3AB7C3D-A810-418A-9680-2D5C0886B87C}" srcOrd="2" destOrd="0" presId="urn:microsoft.com/office/officeart/2005/8/layout/chevron1"/>
    <dgm:cxn modelId="{F70477D0-93BA-49C0-A8D5-91CB6F784ED7}" type="presParOf" srcId="{75D48B9B-99C3-4C15-8EAC-E9BA0DD14686}" destId="{45F0D139-CE00-4B67-92DF-948F9E3DF760}" srcOrd="3" destOrd="0" presId="urn:microsoft.com/office/officeart/2005/8/layout/chevron1"/>
    <dgm:cxn modelId="{3AA43356-49EA-4BC4-9A10-6A5EF8738DE5}" type="presParOf" srcId="{75D48B9B-99C3-4C15-8EAC-E9BA0DD14686}" destId="{85F4B451-0FD0-42C8-80A0-3D70971ED446}" srcOrd="4" destOrd="0" presId="urn:microsoft.com/office/officeart/2005/8/layout/chevron1"/>
    <dgm:cxn modelId="{292166A1-138B-40A6-A05D-5DC5ECB52242}" type="presParOf" srcId="{75D48B9B-99C3-4C15-8EAC-E9BA0DD14686}" destId="{0CEB3E5A-3F2D-44D0-8A0A-14BD5AE928A8}" srcOrd="5" destOrd="0" presId="urn:microsoft.com/office/officeart/2005/8/layout/chevron1"/>
    <dgm:cxn modelId="{986A2B12-7CFE-487B-9542-02E6FCC5AFF0}" type="presParOf" srcId="{75D48B9B-99C3-4C15-8EAC-E9BA0DD14686}" destId="{679CE53B-3AB7-4DE6-AD51-84FD8C46EB46}" srcOrd="6" destOrd="0" presId="urn:microsoft.com/office/officeart/2005/8/layout/chevron1"/>
    <dgm:cxn modelId="{60C71BA5-F6ED-4749-A153-91ED0B53417F}" type="presParOf" srcId="{75D48B9B-99C3-4C15-8EAC-E9BA0DD14686}" destId="{05FDF251-92B6-480C-82BC-68646E838DF3}" srcOrd="7" destOrd="0" presId="urn:microsoft.com/office/officeart/2005/8/layout/chevron1"/>
    <dgm:cxn modelId="{FFB5D08D-E773-4DD6-B32C-A0F8C23BE1A0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58B7CE62-5558-45E3-90F8-947DFD5C9A7B}" type="presOf" srcId="{9E4E745E-2470-477B-9DC0-E82B38E47448}" destId="{85F4B451-0FD0-42C8-80A0-3D70971ED446}" srcOrd="0" destOrd="0" presId="urn:microsoft.com/office/officeart/2005/8/layout/chevron1"/>
    <dgm:cxn modelId="{6BF08F6A-1AC8-4459-BF4B-FEDFA541B45D}" type="presOf" srcId="{18D87F5F-42AD-4E9F-A6E6-7FE3973FD35E}" destId="{D3AB7C3D-A810-418A-9680-2D5C0886B87C}" srcOrd="0" destOrd="0" presId="urn:microsoft.com/office/officeart/2005/8/layout/chevron1"/>
    <dgm:cxn modelId="{0F0C114F-1EB7-423B-B4EF-182C8315072C}" type="presOf" srcId="{BAC7D273-E5EE-4038-A5C1-6C6F5ACB0D03}" destId="{6A0ADE0C-E6D1-4D81-9931-771EEA7AFED4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BC50B185-AC0D-4D55-A76F-B30624305911}" type="presOf" srcId="{7AD4F92C-78BA-4F6E-810D-84BEE50C8241}" destId="{75D48B9B-99C3-4C15-8EAC-E9BA0DD14686}" srcOrd="0" destOrd="0" presId="urn:microsoft.com/office/officeart/2005/8/layout/chevron1"/>
    <dgm:cxn modelId="{06DB7B91-B8FA-40D4-B166-912FAC48356A}" type="presOf" srcId="{8A0BB1E1-EFC2-4F85-98F9-1806732424FD}" destId="{8B532F1F-7985-410D-8F23-17546AA96819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D1B895F8-4813-4364-BCAA-BFD18FE6D08E}" type="presOf" srcId="{A2AEA16E-49B1-4DC9-8223-ADFEC1D6E88A}" destId="{679CE53B-3AB7-4DE6-AD51-84FD8C46EB46}" srcOrd="0" destOrd="0" presId="urn:microsoft.com/office/officeart/2005/8/layout/chevron1"/>
    <dgm:cxn modelId="{BC2B03B8-4AC5-4118-8F39-5216B3E20AD0}" type="presParOf" srcId="{75D48B9B-99C3-4C15-8EAC-E9BA0DD14686}" destId="{6A0ADE0C-E6D1-4D81-9931-771EEA7AFED4}" srcOrd="0" destOrd="0" presId="urn:microsoft.com/office/officeart/2005/8/layout/chevron1"/>
    <dgm:cxn modelId="{CB481355-6349-4927-A729-EB48E5E55F03}" type="presParOf" srcId="{75D48B9B-99C3-4C15-8EAC-E9BA0DD14686}" destId="{065F6587-BE7F-4D0E-98E2-44771C09D7ED}" srcOrd="1" destOrd="0" presId="urn:microsoft.com/office/officeart/2005/8/layout/chevron1"/>
    <dgm:cxn modelId="{79A2E248-D0EC-4747-BFBA-C290F0E5A552}" type="presParOf" srcId="{75D48B9B-99C3-4C15-8EAC-E9BA0DD14686}" destId="{D3AB7C3D-A810-418A-9680-2D5C0886B87C}" srcOrd="2" destOrd="0" presId="urn:microsoft.com/office/officeart/2005/8/layout/chevron1"/>
    <dgm:cxn modelId="{A8415F3D-A80F-49E3-8850-CAB82D1F316A}" type="presParOf" srcId="{75D48B9B-99C3-4C15-8EAC-E9BA0DD14686}" destId="{45F0D139-CE00-4B67-92DF-948F9E3DF760}" srcOrd="3" destOrd="0" presId="urn:microsoft.com/office/officeart/2005/8/layout/chevron1"/>
    <dgm:cxn modelId="{6F90CB26-28A5-4FB9-A69D-DFC35FDF6D2E}" type="presParOf" srcId="{75D48B9B-99C3-4C15-8EAC-E9BA0DD14686}" destId="{85F4B451-0FD0-42C8-80A0-3D70971ED446}" srcOrd="4" destOrd="0" presId="urn:microsoft.com/office/officeart/2005/8/layout/chevron1"/>
    <dgm:cxn modelId="{A946594A-EB7D-41A4-AB01-3C93A0E61F7F}" type="presParOf" srcId="{75D48B9B-99C3-4C15-8EAC-E9BA0DD14686}" destId="{0CEB3E5A-3F2D-44D0-8A0A-14BD5AE928A8}" srcOrd="5" destOrd="0" presId="urn:microsoft.com/office/officeart/2005/8/layout/chevron1"/>
    <dgm:cxn modelId="{BBDE6026-635C-4DDC-BD51-B13C35ADF50D}" type="presParOf" srcId="{75D48B9B-99C3-4C15-8EAC-E9BA0DD14686}" destId="{679CE53B-3AB7-4DE6-AD51-84FD8C46EB46}" srcOrd="6" destOrd="0" presId="urn:microsoft.com/office/officeart/2005/8/layout/chevron1"/>
    <dgm:cxn modelId="{B885C4FB-897D-4E33-A8BF-865FDB92A7C9}" type="presParOf" srcId="{75D48B9B-99C3-4C15-8EAC-E9BA0DD14686}" destId="{05FDF251-92B6-480C-82BC-68646E838DF3}" srcOrd="7" destOrd="0" presId="urn:microsoft.com/office/officeart/2005/8/layout/chevron1"/>
    <dgm:cxn modelId="{31FC1F95-006D-41E4-AC55-38AFB9B1433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A455DF0A-14A5-48B4-801E-2870954E6675}" type="presOf" srcId="{18D87F5F-42AD-4E9F-A6E6-7FE3973FD35E}" destId="{D3AB7C3D-A810-418A-9680-2D5C0886B87C}" srcOrd="0" destOrd="0" presId="urn:microsoft.com/office/officeart/2005/8/layout/chevron1"/>
    <dgm:cxn modelId="{D331F70F-1378-4F89-8BBB-FE20D99300CD}" type="presOf" srcId="{A2AEA16E-49B1-4DC9-8223-ADFEC1D6E88A}" destId="{679CE53B-3AB7-4DE6-AD51-84FD8C46EB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6991673E-9433-45A6-8D07-846A677BF9C3}" type="presOf" srcId="{7AD4F92C-78BA-4F6E-810D-84BEE50C8241}" destId="{75D48B9B-99C3-4C15-8EAC-E9BA0DD14686}" srcOrd="0" destOrd="0" presId="urn:microsoft.com/office/officeart/2005/8/layout/chevron1"/>
    <dgm:cxn modelId="{91795B65-FA27-4C85-A5B9-01E2A170A334}" type="presOf" srcId="{BAC7D273-E5EE-4038-A5C1-6C6F5ACB0D03}" destId="{6A0ADE0C-E6D1-4D81-9931-771EEA7AFED4}" srcOrd="0" destOrd="0" presId="urn:microsoft.com/office/officeart/2005/8/layout/chevron1"/>
    <dgm:cxn modelId="{7B761B4C-0513-4696-9CD4-7F24124D590D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83CA72FB-59D8-4418-A802-DD6C7AF3FF5E}" type="presOf" srcId="{9E4E745E-2470-477B-9DC0-E82B38E47448}" destId="{85F4B451-0FD0-42C8-80A0-3D70971ED446}" srcOrd="0" destOrd="0" presId="urn:microsoft.com/office/officeart/2005/8/layout/chevron1"/>
    <dgm:cxn modelId="{21665D34-A314-44AF-A2FC-86C8424DF2EA}" type="presParOf" srcId="{75D48B9B-99C3-4C15-8EAC-E9BA0DD14686}" destId="{6A0ADE0C-E6D1-4D81-9931-771EEA7AFED4}" srcOrd="0" destOrd="0" presId="urn:microsoft.com/office/officeart/2005/8/layout/chevron1"/>
    <dgm:cxn modelId="{9EA25AA4-0463-4E0C-8EE8-D4C8D9814AAC}" type="presParOf" srcId="{75D48B9B-99C3-4C15-8EAC-E9BA0DD14686}" destId="{065F6587-BE7F-4D0E-98E2-44771C09D7ED}" srcOrd="1" destOrd="0" presId="urn:microsoft.com/office/officeart/2005/8/layout/chevron1"/>
    <dgm:cxn modelId="{5CEE6C6C-66D0-4AA9-BD63-5588B8F5D109}" type="presParOf" srcId="{75D48B9B-99C3-4C15-8EAC-E9BA0DD14686}" destId="{D3AB7C3D-A810-418A-9680-2D5C0886B87C}" srcOrd="2" destOrd="0" presId="urn:microsoft.com/office/officeart/2005/8/layout/chevron1"/>
    <dgm:cxn modelId="{87E16BF9-EE96-4FDC-81B7-60CC6DE8143A}" type="presParOf" srcId="{75D48B9B-99C3-4C15-8EAC-E9BA0DD14686}" destId="{45F0D139-CE00-4B67-92DF-948F9E3DF760}" srcOrd="3" destOrd="0" presId="urn:microsoft.com/office/officeart/2005/8/layout/chevron1"/>
    <dgm:cxn modelId="{BB483F77-38B2-452B-987F-CA242AC9F160}" type="presParOf" srcId="{75D48B9B-99C3-4C15-8EAC-E9BA0DD14686}" destId="{85F4B451-0FD0-42C8-80A0-3D70971ED446}" srcOrd="4" destOrd="0" presId="urn:microsoft.com/office/officeart/2005/8/layout/chevron1"/>
    <dgm:cxn modelId="{FD0FB5F6-E4BD-4298-A079-6C3CB86B8433}" type="presParOf" srcId="{75D48B9B-99C3-4C15-8EAC-E9BA0DD14686}" destId="{0CEB3E5A-3F2D-44D0-8A0A-14BD5AE928A8}" srcOrd="5" destOrd="0" presId="urn:microsoft.com/office/officeart/2005/8/layout/chevron1"/>
    <dgm:cxn modelId="{33AA3D83-F619-4190-AF95-189667287240}" type="presParOf" srcId="{75D48B9B-99C3-4C15-8EAC-E9BA0DD14686}" destId="{679CE53B-3AB7-4DE6-AD51-84FD8C46EB46}" srcOrd="6" destOrd="0" presId="urn:microsoft.com/office/officeart/2005/8/layout/chevron1"/>
    <dgm:cxn modelId="{9E59F9FE-78F9-487C-B28B-BD48DA35AE1E}" type="presParOf" srcId="{75D48B9B-99C3-4C15-8EAC-E9BA0DD14686}" destId="{05FDF251-92B6-480C-82BC-68646E838DF3}" srcOrd="7" destOrd="0" presId="urn:microsoft.com/office/officeart/2005/8/layout/chevron1"/>
    <dgm:cxn modelId="{BD829E3D-F597-4AD3-892B-AA82B5731058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CB1D803-92B5-4725-9305-966C1EDA20A1}" type="presOf" srcId="{8A0BB1E1-EFC2-4F85-98F9-1806732424FD}" destId="{8B532F1F-7985-410D-8F23-17546AA96819}" srcOrd="0" destOrd="0" presId="urn:microsoft.com/office/officeart/2005/8/layout/chevron1"/>
    <dgm:cxn modelId="{12D6911E-9103-44A8-A0CA-6546A072CD7A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FF838E7B-5CBD-4388-A699-BE6FC2B914FE}" type="presOf" srcId="{7AD4F92C-78BA-4F6E-810D-84BEE50C8241}" destId="{75D48B9B-99C3-4C15-8EAC-E9BA0DD14686}" srcOrd="0" destOrd="0" presId="urn:microsoft.com/office/officeart/2005/8/layout/chevron1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A451E8A7-B75A-4B05-919C-86EB82DD7C2C}" type="presOf" srcId="{BAC7D273-E5EE-4038-A5C1-6C6F5ACB0D03}" destId="{6A0ADE0C-E6D1-4D81-9931-771EEA7AFED4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D0002CDE-4394-4AC0-B788-5D7BB992D99A}" type="presOf" srcId="{18D87F5F-42AD-4E9F-A6E6-7FE3973FD35E}" destId="{D3AB7C3D-A810-418A-9680-2D5C0886B87C}" srcOrd="0" destOrd="0" presId="urn:microsoft.com/office/officeart/2005/8/layout/chevron1"/>
    <dgm:cxn modelId="{85CF17F9-CA5A-4C9C-AF96-4A0C12C0559A}" type="presOf" srcId="{A2AEA16E-49B1-4DC9-8223-ADFEC1D6E88A}" destId="{679CE53B-3AB7-4DE6-AD51-84FD8C46EB46}" srcOrd="0" destOrd="0" presId="urn:microsoft.com/office/officeart/2005/8/layout/chevron1"/>
    <dgm:cxn modelId="{1889B1E5-FEE5-487E-A744-55E2C7370069}" type="presParOf" srcId="{75D48B9B-99C3-4C15-8EAC-E9BA0DD14686}" destId="{6A0ADE0C-E6D1-4D81-9931-771EEA7AFED4}" srcOrd="0" destOrd="0" presId="urn:microsoft.com/office/officeart/2005/8/layout/chevron1"/>
    <dgm:cxn modelId="{DD26AC45-8863-4372-BBA2-C129F88CA8CA}" type="presParOf" srcId="{75D48B9B-99C3-4C15-8EAC-E9BA0DD14686}" destId="{065F6587-BE7F-4D0E-98E2-44771C09D7ED}" srcOrd="1" destOrd="0" presId="urn:microsoft.com/office/officeart/2005/8/layout/chevron1"/>
    <dgm:cxn modelId="{6A55D527-C4F1-4AE2-A80C-BC537ECCA7B9}" type="presParOf" srcId="{75D48B9B-99C3-4C15-8EAC-E9BA0DD14686}" destId="{D3AB7C3D-A810-418A-9680-2D5C0886B87C}" srcOrd="2" destOrd="0" presId="urn:microsoft.com/office/officeart/2005/8/layout/chevron1"/>
    <dgm:cxn modelId="{B8251F09-5E23-460A-B63A-DE17550256C6}" type="presParOf" srcId="{75D48B9B-99C3-4C15-8EAC-E9BA0DD14686}" destId="{45F0D139-CE00-4B67-92DF-948F9E3DF760}" srcOrd="3" destOrd="0" presId="urn:microsoft.com/office/officeart/2005/8/layout/chevron1"/>
    <dgm:cxn modelId="{A623085D-F500-415B-B1A7-4499DDC7922E}" type="presParOf" srcId="{75D48B9B-99C3-4C15-8EAC-E9BA0DD14686}" destId="{85F4B451-0FD0-42C8-80A0-3D70971ED446}" srcOrd="4" destOrd="0" presId="urn:microsoft.com/office/officeart/2005/8/layout/chevron1"/>
    <dgm:cxn modelId="{45F31D77-0E40-4333-8F05-3F35345903D1}" type="presParOf" srcId="{75D48B9B-99C3-4C15-8EAC-E9BA0DD14686}" destId="{0CEB3E5A-3F2D-44D0-8A0A-14BD5AE928A8}" srcOrd="5" destOrd="0" presId="urn:microsoft.com/office/officeart/2005/8/layout/chevron1"/>
    <dgm:cxn modelId="{C899C40B-7ED2-4A78-8DD0-A20FAE852C98}" type="presParOf" srcId="{75D48B9B-99C3-4C15-8EAC-E9BA0DD14686}" destId="{679CE53B-3AB7-4DE6-AD51-84FD8C46EB46}" srcOrd="6" destOrd="0" presId="urn:microsoft.com/office/officeart/2005/8/layout/chevron1"/>
    <dgm:cxn modelId="{6D7BD034-52C7-4E40-9B1D-5985D227C776}" type="presParOf" srcId="{75D48B9B-99C3-4C15-8EAC-E9BA0DD14686}" destId="{05FDF251-92B6-480C-82BC-68646E838DF3}" srcOrd="7" destOrd="0" presId="urn:microsoft.com/office/officeart/2005/8/layout/chevron1"/>
    <dgm:cxn modelId="{BED6F422-195E-4F36-A4B7-29F8A25C281A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3709413-3F87-4EBE-BA26-48B79B0531F2}" type="presOf" srcId="{8A0BB1E1-EFC2-4F85-98F9-1806732424FD}" destId="{8B532F1F-7985-410D-8F23-17546AA96819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85CB8A46-CB97-43BE-BA4F-3AED35EE0388}" type="presOf" srcId="{9E4E745E-2470-477B-9DC0-E82B38E47448}" destId="{85F4B451-0FD0-42C8-80A0-3D70971ED446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F9F5A7A8-098A-4F5F-B42D-B403BBA02876}" type="presOf" srcId="{7AD4F92C-78BA-4F6E-810D-84BEE50C8241}" destId="{75D48B9B-99C3-4C15-8EAC-E9BA0DD1468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9B2891E7-B7E8-404A-A97F-259F59D9CB7A}" type="presOf" srcId="{18D87F5F-42AD-4E9F-A6E6-7FE3973FD35E}" destId="{D3AB7C3D-A810-418A-9680-2D5C0886B87C}" srcOrd="0" destOrd="0" presId="urn:microsoft.com/office/officeart/2005/8/layout/chevron1"/>
    <dgm:cxn modelId="{D75834F5-E7CC-4065-A3C2-073AEC564CC7}" type="presOf" srcId="{A2AEA16E-49B1-4DC9-8223-ADFEC1D6E88A}" destId="{679CE53B-3AB7-4DE6-AD51-84FD8C46EB46}" srcOrd="0" destOrd="0" presId="urn:microsoft.com/office/officeart/2005/8/layout/chevron1"/>
    <dgm:cxn modelId="{DE9AEFF6-D055-495E-A66C-C4182E367525}" type="presOf" srcId="{BAC7D273-E5EE-4038-A5C1-6C6F5ACB0D03}" destId="{6A0ADE0C-E6D1-4D81-9931-771EEA7AFED4}" srcOrd="0" destOrd="0" presId="urn:microsoft.com/office/officeart/2005/8/layout/chevron1"/>
    <dgm:cxn modelId="{AF3B689A-D3FA-446A-9134-CAB8817218D4}" type="presParOf" srcId="{75D48B9B-99C3-4C15-8EAC-E9BA0DD14686}" destId="{6A0ADE0C-E6D1-4D81-9931-771EEA7AFED4}" srcOrd="0" destOrd="0" presId="urn:microsoft.com/office/officeart/2005/8/layout/chevron1"/>
    <dgm:cxn modelId="{66E97175-84FB-4F94-A9F5-B3300000BB8B}" type="presParOf" srcId="{75D48B9B-99C3-4C15-8EAC-E9BA0DD14686}" destId="{065F6587-BE7F-4D0E-98E2-44771C09D7ED}" srcOrd="1" destOrd="0" presId="urn:microsoft.com/office/officeart/2005/8/layout/chevron1"/>
    <dgm:cxn modelId="{1D1924EC-86FE-4151-96BB-BD50D659BD1C}" type="presParOf" srcId="{75D48B9B-99C3-4C15-8EAC-E9BA0DD14686}" destId="{D3AB7C3D-A810-418A-9680-2D5C0886B87C}" srcOrd="2" destOrd="0" presId="urn:microsoft.com/office/officeart/2005/8/layout/chevron1"/>
    <dgm:cxn modelId="{6206D610-5CDA-4835-8E6C-C9F91DBC6045}" type="presParOf" srcId="{75D48B9B-99C3-4C15-8EAC-E9BA0DD14686}" destId="{45F0D139-CE00-4B67-92DF-948F9E3DF760}" srcOrd="3" destOrd="0" presId="urn:microsoft.com/office/officeart/2005/8/layout/chevron1"/>
    <dgm:cxn modelId="{0124A9F1-4EA7-4B98-BEDA-B5B00FCA2685}" type="presParOf" srcId="{75D48B9B-99C3-4C15-8EAC-E9BA0DD14686}" destId="{85F4B451-0FD0-42C8-80A0-3D70971ED446}" srcOrd="4" destOrd="0" presId="urn:microsoft.com/office/officeart/2005/8/layout/chevron1"/>
    <dgm:cxn modelId="{61074D83-52DF-44C4-8F1A-F0451AC3333F}" type="presParOf" srcId="{75D48B9B-99C3-4C15-8EAC-E9BA0DD14686}" destId="{0CEB3E5A-3F2D-44D0-8A0A-14BD5AE928A8}" srcOrd="5" destOrd="0" presId="urn:microsoft.com/office/officeart/2005/8/layout/chevron1"/>
    <dgm:cxn modelId="{32C6414F-EDD4-4801-AEA3-E7AA956E31F5}" type="presParOf" srcId="{75D48B9B-99C3-4C15-8EAC-E9BA0DD14686}" destId="{679CE53B-3AB7-4DE6-AD51-84FD8C46EB46}" srcOrd="6" destOrd="0" presId="urn:microsoft.com/office/officeart/2005/8/layout/chevron1"/>
    <dgm:cxn modelId="{54B09DD6-AA7D-4A26-BCCF-435FE096F495}" type="presParOf" srcId="{75D48B9B-99C3-4C15-8EAC-E9BA0DD14686}" destId="{05FDF251-92B6-480C-82BC-68646E838DF3}" srcOrd="7" destOrd="0" presId="urn:microsoft.com/office/officeart/2005/8/layout/chevron1"/>
    <dgm:cxn modelId="{2F43CD25-3C0D-4FE9-8D4F-1B80058AC0C1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F7D6509-762D-4B43-83ED-61D222E95CFD}" type="presOf" srcId="{9E4E745E-2470-477B-9DC0-E82B38E47448}" destId="{85F4B451-0FD0-42C8-80A0-3D70971ED446}" srcOrd="0" destOrd="0" presId="urn:microsoft.com/office/officeart/2005/8/layout/chevron1"/>
    <dgm:cxn modelId="{8801BB0E-BA74-4270-8B5C-601CBC71F585}" type="presOf" srcId="{A2AEA16E-49B1-4DC9-8223-ADFEC1D6E88A}" destId="{679CE53B-3AB7-4DE6-AD51-84FD8C46EB46}" srcOrd="0" destOrd="0" presId="urn:microsoft.com/office/officeart/2005/8/layout/chevron1"/>
    <dgm:cxn modelId="{63237314-B983-4EBE-B5C0-C8613E2D65B4}" type="presOf" srcId="{7AD4F92C-78BA-4F6E-810D-84BEE50C8241}" destId="{75D48B9B-99C3-4C15-8EAC-E9BA0DD1468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C184142F-E806-4A34-AE00-899547AF3540}" type="presOf" srcId="{BAC7D273-E5EE-4038-A5C1-6C6F5ACB0D03}" destId="{6A0ADE0C-E6D1-4D81-9931-771EEA7AFED4}" srcOrd="0" destOrd="0" presId="urn:microsoft.com/office/officeart/2005/8/layout/chevron1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B031789B-EB8F-4891-AA53-3C4C6EE2794B}" type="presOf" srcId="{8A0BB1E1-EFC2-4F85-98F9-1806732424FD}" destId="{8B532F1F-7985-410D-8F23-17546AA96819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3D8D4EE6-DA53-4F1E-940B-190147E02CC6}" type="presOf" srcId="{18D87F5F-42AD-4E9F-A6E6-7FE3973FD35E}" destId="{D3AB7C3D-A810-418A-9680-2D5C0886B87C}" srcOrd="0" destOrd="0" presId="urn:microsoft.com/office/officeart/2005/8/layout/chevron1"/>
    <dgm:cxn modelId="{6BEFDF47-4A14-488D-A32A-68D6BE6C0DB9}" type="presParOf" srcId="{75D48B9B-99C3-4C15-8EAC-E9BA0DD14686}" destId="{6A0ADE0C-E6D1-4D81-9931-771EEA7AFED4}" srcOrd="0" destOrd="0" presId="urn:microsoft.com/office/officeart/2005/8/layout/chevron1"/>
    <dgm:cxn modelId="{33DBACB6-4E0F-4095-8F6B-3CD210EA9B32}" type="presParOf" srcId="{75D48B9B-99C3-4C15-8EAC-E9BA0DD14686}" destId="{065F6587-BE7F-4D0E-98E2-44771C09D7ED}" srcOrd="1" destOrd="0" presId="urn:microsoft.com/office/officeart/2005/8/layout/chevron1"/>
    <dgm:cxn modelId="{32214523-589C-4DA0-8D9E-906939403BF3}" type="presParOf" srcId="{75D48B9B-99C3-4C15-8EAC-E9BA0DD14686}" destId="{D3AB7C3D-A810-418A-9680-2D5C0886B87C}" srcOrd="2" destOrd="0" presId="urn:microsoft.com/office/officeart/2005/8/layout/chevron1"/>
    <dgm:cxn modelId="{B0204A10-7205-46CB-8E42-0193E48C1F44}" type="presParOf" srcId="{75D48B9B-99C3-4C15-8EAC-E9BA0DD14686}" destId="{45F0D139-CE00-4B67-92DF-948F9E3DF760}" srcOrd="3" destOrd="0" presId="urn:microsoft.com/office/officeart/2005/8/layout/chevron1"/>
    <dgm:cxn modelId="{3F11AC60-EA36-4090-97C4-91DBB89A7AB1}" type="presParOf" srcId="{75D48B9B-99C3-4C15-8EAC-E9BA0DD14686}" destId="{85F4B451-0FD0-42C8-80A0-3D70971ED446}" srcOrd="4" destOrd="0" presId="urn:microsoft.com/office/officeart/2005/8/layout/chevron1"/>
    <dgm:cxn modelId="{B7FCEB24-9FAE-4E59-94CF-6E4A6D19171B}" type="presParOf" srcId="{75D48B9B-99C3-4C15-8EAC-E9BA0DD14686}" destId="{0CEB3E5A-3F2D-44D0-8A0A-14BD5AE928A8}" srcOrd="5" destOrd="0" presId="urn:microsoft.com/office/officeart/2005/8/layout/chevron1"/>
    <dgm:cxn modelId="{24C363F4-EABA-4549-8EEB-EA26D63D7B21}" type="presParOf" srcId="{75D48B9B-99C3-4C15-8EAC-E9BA0DD14686}" destId="{679CE53B-3AB7-4DE6-AD51-84FD8C46EB46}" srcOrd="6" destOrd="0" presId="urn:microsoft.com/office/officeart/2005/8/layout/chevron1"/>
    <dgm:cxn modelId="{44F958CD-5B23-44D7-A1D8-15603BE23B4F}" type="presParOf" srcId="{75D48B9B-99C3-4C15-8EAC-E9BA0DD14686}" destId="{05FDF251-92B6-480C-82BC-68646E838DF3}" srcOrd="7" destOrd="0" presId="urn:microsoft.com/office/officeart/2005/8/layout/chevron1"/>
    <dgm:cxn modelId="{2D6E48F8-78B1-4957-BD49-C9954BE9F7EE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D631014-9B11-47CD-8928-014A09955F6E}" type="presOf" srcId="{A2AEA16E-49B1-4DC9-8223-ADFEC1D6E88A}" destId="{679CE53B-3AB7-4DE6-AD51-84FD8C46EB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2FBCA66-D117-41DF-AF5D-D459B9890013}" type="presOf" srcId="{18D87F5F-42AD-4E9F-A6E6-7FE3973FD35E}" destId="{D3AB7C3D-A810-418A-9680-2D5C0886B87C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8A0B2196-69D5-4CC4-9934-ED589CA48C8F}" type="presOf" srcId="{8A0BB1E1-EFC2-4F85-98F9-1806732424FD}" destId="{8B532F1F-7985-410D-8F23-17546AA96819}" srcOrd="0" destOrd="0" presId="urn:microsoft.com/office/officeart/2005/8/layout/chevron1"/>
    <dgm:cxn modelId="{4220F2B3-A9A6-4B25-9814-4E56984B2242}" type="presOf" srcId="{9E4E745E-2470-477B-9DC0-E82B38E47448}" destId="{85F4B451-0FD0-42C8-80A0-3D70971ED446}" srcOrd="0" destOrd="0" presId="urn:microsoft.com/office/officeart/2005/8/layout/chevron1"/>
    <dgm:cxn modelId="{F7C0AFB8-A3C2-4AAC-917C-E189FF81204F}" type="presOf" srcId="{BAC7D273-E5EE-4038-A5C1-6C6F5ACB0D03}" destId="{6A0ADE0C-E6D1-4D81-9931-771EEA7AFED4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35F8B2D9-9B04-4127-B6EF-35D0DA263BB3}" type="presOf" srcId="{7AD4F92C-78BA-4F6E-810D-84BEE50C8241}" destId="{75D48B9B-99C3-4C15-8EAC-E9BA0DD14686}" srcOrd="0" destOrd="0" presId="urn:microsoft.com/office/officeart/2005/8/layout/chevron1"/>
    <dgm:cxn modelId="{B1A40B03-490C-4E5B-ABBD-AA4F0B71C8CA}" type="presParOf" srcId="{75D48B9B-99C3-4C15-8EAC-E9BA0DD14686}" destId="{6A0ADE0C-E6D1-4D81-9931-771EEA7AFED4}" srcOrd="0" destOrd="0" presId="urn:microsoft.com/office/officeart/2005/8/layout/chevron1"/>
    <dgm:cxn modelId="{B058C0C5-527B-4E81-BC18-C7269AE1987B}" type="presParOf" srcId="{75D48B9B-99C3-4C15-8EAC-E9BA0DD14686}" destId="{065F6587-BE7F-4D0E-98E2-44771C09D7ED}" srcOrd="1" destOrd="0" presId="urn:microsoft.com/office/officeart/2005/8/layout/chevron1"/>
    <dgm:cxn modelId="{91A748BF-E2DD-4C19-B06E-A9987325FE1B}" type="presParOf" srcId="{75D48B9B-99C3-4C15-8EAC-E9BA0DD14686}" destId="{D3AB7C3D-A810-418A-9680-2D5C0886B87C}" srcOrd="2" destOrd="0" presId="urn:microsoft.com/office/officeart/2005/8/layout/chevron1"/>
    <dgm:cxn modelId="{508605E6-AEE1-4687-84EE-76129E17721E}" type="presParOf" srcId="{75D48B9B-99C3-4C15-8EAC-E9BA0DD14686}" destId="{45F0D139-CE00-4B67-92DF-948F9E3DF760}" srcOrd="3" destOrd="0" presId="urn:microsoft.com/office/officeart/2005/8/layout/chevron1"/>
    <dgm:cxn modelId="{104A45F5-9C2F-4AA4-A59E-994E9FA1A4A1}" type="presParOf" srcId="{75D48B9B-99C3-4C15-8EAC-E9BA0DD14686}" destId="{85F4B451-0FD0-42C8-80A0-3D70971ED446}" srcOrd="4" destOrd="0" presId="urn:microsoft.com/office/officeart/2005/8/layout/chevron1"/>
    <dgm:cxn modelId="{C9F340A3-89D1-4F00-9D64-620AB6CAFFB3}" type="presParOf" srcId="{75D48B9B-99C3-4C15-8EAC-E9BA0DD14686}" destId="{0CEB3E5A-3F2D-44D0-8A0A-14BD5AE928A8}" srcOrd="5" destOrd="0" presId="urn:microsoft.com/office/officeart/2005/8/layout/chevron1"/>
    <dgm:cxn modelId="{50292ECC-F36F-4781-A748-5390FCCC7533}" type="presParOf" srcId="{75D48B9B-99C3-4C15-8EAC-E9BA0DD14686}" destId="{679CE53B-3AB7-4DE6-AD51-84FD8C46EB46}" srcOrd="6" destOrd="0" presId="urn:microsoft.com/office/officeart/2005/8/layout/chevron1"/>
    <dgm:cxn modelId="{EA321D4F-DCB3-42C6-AFFF-1ADC64946109}" type="presParOf" srcId="{75D48B9B-99C3-4C15-8EAC-E9BA0DD14686}" destId="{05FDF251-92B6-480C-82BC-68646E838DF3}" srcOrd="7" destOrd="0" presId="urn:microsoft.com/office/officeart/2005/8/layout/chevron1"/>
    <dgm:cxn modelId="{9EFB66AB-F810-4492-B096-991B215605CA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ECD9920-9640-474C-B982-36B7A88D4F47}" type="presOf" srcId="{8A0BB1E1-EFC2-4F85-98F9-1806732424FD}" destId="{8B532F1F-7985-410D-8F23-17546AA96819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39CCEB68-475F-49F0-BA51-231140207250}" type="presOf" srcId="{7AD4F92C-78BA-4F6E-810D-84BEE50C8241}" destId="{75D48B9B-99C3-4C15-8EAC-E9BA0DD14686}" srcOrd="0" destOrd="0" presId="urn:microsoft.com/office/officeart/2005/8/layout/chevron1"/>
    <dgm:cxn modelId="{73824170-0DA1-44FB-B3A5-67AD1D4ADA95}" type="presOf" srcId="{BAC7D273-E5EE-4038-A5C1-6C6F5ACB0D03}" destId="{6A0ADE0C-E6D1-4D81-9931-771EEA7AFED4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F8662EAF-92E8-487D-882A-04D506A81D4C}" type="presOf" srcId="{18D87F5F-42AD-4E9F-A6E6-7FE3973FD35E}" destId="{D3AB7C3D-A810-418A-9680-2D5C0886B87C}" srcOrd="0" destOrd="0" presId="urn:microsoft.com/office/officeart/2005/8/layout/chevron1"/>
    <dgm:cxn modelId="{A5E081C0-F85E-4E17-878E-E4B86D075075}" type="presOf" srcId="{9E4E745E-2470-477B-9DC0-E82B38E47448}" destId="{85F4B451-0FD0-42C8-80A0-3D70971ED446}" srcOrd="0" destOrd="0" presId="urn:microsoft.com/office/officeart/2005/8/layout/chevron1"/>
    <dgm:cxn modelId="{F501FFCC-3D74-430E-BF74-56D349727A34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240E0870-0854-4A9C-BCEF-52662AB11512}" type="presParOf" srcId="{75D48B9B-99C3-4C15-8EAC-E9BA0DD14686}" destId="{6A0ADE0C-E6D1-4D81-9931-771EEA7AFED4}" srcOrd="0" destOrd="0" presId="urn:microsoft.com/office/officeart/2005/8/layout/chevron1"/>
    <dgm:cxn modelId="{E54E552C-94D9-48DB-98BC-56A370593ECC}" type="presParOf" srcId="{75D48B9B-99C3-4C15-8EAC-E9BA0DD14686}" destId="{065F6587-BE7F-4D0E-98E2-44771C09D7ED}" srcOrd="1" destOrd="0" presId="urn:microsoft.com/office/officeart/2005/8/layout/chevron1"/>
    <dgm:cxn modelId="{E7763516-AA73-4068-8F6C-225C3C21C37F}" type="presParOf" srcId="{75D48B9B-99C3-4C15-8EAC-E9BA0DD14686}" destId="{D3AB7C3D-A810-418A-9680-2D5C0886B87C}" srcOrd="2" destOrd="0" presId="urn:microsoft.com/office/officeart/2005/8/layout/chevron1"/>
    <dgm:cxn modelId="{7A3B9AB2-13D7-4135-8D45-A63AEF33E627}" type="presParOf" srcId="{75D48B9B-99C3-4C15-8EAC-E9BA0DD14686}" destId="{45F0D139-CE00-4B67-92DF-948F9E3DF760}" srcOrd="3" destOrd="0" presId="urn:microsoft.com/office/officeart/2005/8/layout/chevron1"/>
    <dgm:cxn modelId="{F0F6B907-6569-4EBE-A844-EB959B79F112}" type="presParOf" srcId="{75D48B9B-99C3-4C15-8EAC-E9BA0DD14686}" destId="{85F4B451-0FD0-42C8-80A0-3D70971ED446}" srcOrd="4" destOrd="0" presId="urn:microsoft.com/office/officeart/2005/8/layout/chevron1"/>
    <dgm:cxn modelId="{00EB93A2-EB0E-41FC-92DF-93F8F7A7ECCF}" type="presParOf" srcId="{75D48B9B-99C3-4C15-8EAC-E9BA0DD14686}" destId="{0CEB3E5A-3F2D-44D0-8A0A-14BD5AE928A8}" srcOrd="5" destOrd="0" presId="urn:microsoft.com/office/officeart/2005/8/layout/chevron1"/>
    <dgm:cxn modelId="{2D7E439A-1556-4C09-9362-78713033FF1D}" type="presParOf" srcId="{75D48B9B-99C3-4C15-8EAC-E9BA0DD14686}" destId="{679CE53B-3AB7-4DE6-AD51-84FD8C46EB46}" srcOrd="6" destOrd="0" presId="urn:microsoft.com/office/officeart/2005/8/layout/chevron1"/>
    <dgm:cxn modelId="{3AA3EB6A-AB99-4059-9CA3-771E9F7A2C67}" type="presParOf" srcId="{75D48B9B-99C3-4C15-8EAC-E9BA0DD14686}" destId="{05FDF251-92B6-480C-82BC-68646E838DF3}" srcOrd="7" destOrd="0" presId="urn:microsoft.com/office/officeart/2005/8/layout/chevron1"/>
    <dgm:cxn modelId="{750CD9F4-EFAE-4948-A524-3C5AB9E78CAC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E4BD4773-FC98-4BAA-AD9E-7D6F32F41B2D}" type="presOf" srcId="{BAC7D273-E5EE-4038-A5C1-6C6F5ACB0D03}" destId="{6A0ADE0C-E6D1-4D81-9931-771EEA7AFED4}" srcOrd="0" destOrd="0" presId="urn:microsoft.com/office/officeart/2005/8/layout/chevron1"/>
    <dgm:cxn modelId="{EEFC8A57-E15C-496D-8531-FC2E7AF8CE41}" type="presOf" srcId="{9E4E745E-2470-477B-9DC0-E82B38E47448}" destId="{85F4B451-0FD0-42C8-80A0-3D70971ED446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70A6D0A2-4DE2-4229-B97D-01EC9729CE46}" type="presOf" srcId="{18D87F5F-42AD-4E9F-A6E6-7FE3973FD35E}" destId="{D3AB7C3D-A810-418A-9680-2D5C0886B87C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DF128DDB-9E2C-4ADB-B621-E831432C6213}" type="presOf" srcId="{7AD4F92C-78BA-4F6E-810D-84BEE50C8241}" destId="{75D48B9B-99C3-4C15-8EAC-E9BA0DD14686}" srcOrd="0" destOrd="0" presId="urn:microsoft.com/office/officeart/2005/8/layout/chevron1"/>
    <dgm:cxn modelId="{6DEF2EF6-03F6-4C15-9FC9-897A94E86EEE}" type="presOf" srcId="{A2AEA16E-49B1-4DC9-8223-ADFEC1D6E88A}" destId="{679CE53B-3AB7-4DE6-AD51-84FD8C46EB46}" srcOrd="0" destOrd="0" presId="urn:microsoft.com/office/officeart/2005/8/layout/chevron1"/>
    <dgm:cxn modelId="{26C23FF9-C2D8-47DD-BA57-EAF9D6D684F1}" type="presOf" srcId="{8A0BB1E1-EFC2-4F85-98F9-1806732424FD}" destId="{8B532F1F-7985-410D-8F23-17546AA96819}" srcOrd="0" destOrd="0" presId="urn:microsoft.com/office/officeart/2005/8/layout/chevron1"/>
    <dgm:cxn modelId="{EF0EEF24-0387-4827-A0E5-6EE837B23559}" type="presParOf" srcId="{75D48B9B-99C3-4C15-8EAC-E9BA0DD14686}" destId="{6A0ADE0C-E6D1-4D81-9931-771EEA7AFED4}" srcOrd="0" destOrd="0" presId="urn:microsoft.com/office/officeart/2005/8/layout/chevron1"/>
    <dgm:cxn modelId="{C125D4AE-1AF4-47DC-99DE-63B0687B17E0}" type="presParOf" srcId="{75D48B9B-99C3-4C15-8EAC-E9BA0DD14686}" destId="{065F6587-BE7F-4D0E-98E2-44771C09D7ED}" srcOrd="1" destOrd="0" presId="urn:microsoft.com/office/officeart/2005/8/layout/chevron1"/>
    <dgm:cxn modelId="{AEA82F52-6A54-46BD-922E-A8CA95DA1B88}" type="presParOf" srcId="{75D48B9B-99C3-4C15-8EAC-E9BA0DD14686}" destId="{D3AB7C3D-A810-418A-9680-2D5C0886B87C}" srcOrd="2" destOrd="0" presId="urn:microsoft.com/office/officeart/2005/8/layout/chevron1"/>
    <dgm:cxn modelId="{1D0ED5D2-C06F-4090-968E-750FA392F1A4}" type="presParOf" srcId="{75D48B9B-99C3-4C15-8EAC-E9BA0DD14686}" destId="{45F0D139-CE00-4B67-92DF-948F9E3DF760}" srcOrd="3" destOrd="0" presId="urn:microsoft.com/office/officeart/2005/8/layout/chevron1"/>
    <dgm:cxn modelId="{192F563D-234D-4EE6-888B-70E4C9DECDC9}" type="presParOf" srcId="{75D48B9B-99C3-4C15-8EAC-E9BA0DD14686}" destId="{85F4B451-0FD0-42C8-80A0-3D70971ED446}" srcOrd="4" destOrd="0" presId="urn:microsoft.com/office/officeart/2005/8/layout/chevron1"/>
    <dgm:cxn modelId="{8DBD7EF7-5F4D-4FF7-9103-0654EAA95CAB}" type="presParOf" srcId="{75D48B9B-99C3-4C15-8EAC-E9BA0DD14686}" destId="{0CEB3E5A-3F2D-44D0-8A0A-14BD5AE928A8}" srcOrd="5" destOrd="0" presId="urn:microsoft.com/office/officeart/2005/8/layout/chevron1"/>
    <dgm:cxn modelId="{43807C4C-2212-4B55-8C13-6A935054D224}" type="presParOf" srcId="{75D48B9B-99C3-4C15-8EAC-E9BA0DD14686}" destId="{679CE53B-3AB7-4DE6-AD51-84FD8C46EB46}" srcOrd="6" destOrd="0" presId="urn:microsoft.com/office/officeart/2005/8/layout/chevron1"/>
    <dgm:cxn modelId="{978D5907-C3C4-4524-BB52-CFD10A9E507E}" type="presParOf" srcId="{75D48B9B-99C3-4C15-8EAC-E9BA0DD14686}" destId="{05FDF251-92B6-480C-82BC-68646E838DF3}" srcOrd="7" destOrd="0" presId="urn:microsoft.com/office/officeart/2005/8/layout/chevron1"/>
    <dgm:cxn modelId="{B4BEB927-0DE8-48D0-8BF7-567A62C6FA97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DC4AA540-071D-416C-8B14-B0BC5EA7958A}" type="presOf" srcId="{18D87F5F-42AD-4E9F-A6E6-7FE3973FD35E}" destId="{D3AB7C3D-A810-418A-9680-2D5C0886B87C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FC34277B-35CF-4C33-92CA-8AA8111796E7}" type="presOf" srcId="{7AD4F92C-78BA-4F6E-810D-84BEE50C8241}" destId="{75D48B9B-99C3-4C15-8EAC-E9BA0DD14686}" srcOrd="0" destOrd="0" presId="urn:microsoft.com/office/officeart/2005/8/layout/chevron1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F2F686AB-DBAF-4130-B5D6-5170BF12E754}" type="presOf" srcId="{8A0BB1E1-EFC2-4F85-98F9-1806732424FD}" destId="{8B532F1F-7985-410D-8F23-17546AA96819}" srcOrd="0" destOrd="0" presId="urn:microsoft.com/office/officeart/2005/8/layout/chevron1"/>
    <dgm:cxn modelId="{2ED783C0-D80E-492E-834F-92AC12F2073F}" type="presOf" srcId="{A2AEA16E-49B1-4DC9-8223-ADFEC1D6E88A}" destId="{679CE53B-3AB7-4DE6-AD51-84FD8C46EB46}" srcOrd="0" destOrd="0" presId="urn:microsoft.com/office/officeart/2005/8/layout/chevron1"/>
    <dgm:cxn modelId="{D39C76C8-97D5-4F52-9DD9-D5D693C3048B}" type="presOf" srcId="{BAC7D273-E5EE-4038-A5C1-6C6F5ACB0D03}" destId="{6A0ADE0C-E6D1-4D81-9931-771EEA7AFED4}" srcOrd="0" destOrd="0" presId="urn:microsoft.com/office/officeart/2005/8/layout/chevron1"/>
    <dgm:cxn modelId="{B59AE9D3-D686-443C-B79B-6FDB5DEE8B62}" type="presOf" srcId="{9E4E745E-2470-477B-9DC0-E82B38E47448}" destId="{85F4B451-0FD0-42C8-80A0-3D70971ED4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2380A27E-0E97-4A27-B46A-A568B9E5E226}" type="presParOf" srcId="{75D48B9B-99C3-4C15-8EAC-E9BA0DD14686}" destId="{6A0ADE0C-E6D1-4D81-9931-771EEA7AFED4}" srcOrd="0" destOrd="0" presId="urn:microsoft.com/office/officeart/2005/8/layout/chevron1"/>
    <dgm:cxn modelId="{5B0BB1C2-8329-4308-8034-16D0F6695800}" type="presParOf" srcId="{75D48B9B-99C3-4C15-8EAC-E9BA0DD14686}" destId="{065F6587-BE7F-4D0E-98E2-44771C09D7ED}" srcOrd="1" destOrd="0" presId="urn:microsoft.com/office/officeart/2005/8/layout/chevron1"/>
    <dgm:cxn modelId="{C5B6E46F-DC2E-46A3-9FEC-6032C3C9D2A9}" type="presParOf" srcId="{75D48B9B-99C3-4C15-8EAC-E9BA0DD14686}" destId="{D3AB7C3D-A810-418A-9680-2D5C0886B87C}" srcOrd="2" destOrd="0" presId="urn:microsoft.com/office/officeart/2005/8/layout/chevron1"/>
    <dgm:cxn modelId="{C4CC8B7A-558C-4D59-8442-0BB62EAE7B58}" type="presParOf" srcId="{75D48B9B-99C3-4C15-8EAC-E9BA0DD14686}" destId="{45F0D139-CE00-4B67-92DF-948F9E3DF760}" srcOrd="3" destOrd="0" presId="urn:microsoft.com/office/officeart/2005/8/layout/chevron1"/>
    <dgm:cxn modelId="{21A08356-1FCE-44DE-AB88-BAEA2F32AA04}" type="presParOf" srcId="{75D48B9B-99C3-4C15-8EAC-E9BA0DD14686}" destId="{85F4B451-0FD0-42C8-80A0-3D70971ED446}" srcOrd="4" destOrd="0" presId="urn:microsoft.com/office/officeart/2005/8/layout/chevron1"/>
    <dgm:cxn modelId="{53148E8D-99A3-4237-B2C0-DFBEB6014A0E}" type="presParOf" srcId="{75D48B9B-99C3-4C15-8EAC-E9BA0DD14686}" destId="{0CEB3E5A-3F2D-44D0-8A0A-14BD5AE928A8}" srcOrd="5" destOrd="0" presId="urn:microsoft.com/office/officeart/2005/8/layout/chevron1"/>
    <dgm:cxn modelId="{03C41F95-F143-48C1-9505-F6A5101843F9}" type="presParOf" srcId="{75D48B9B-99C3-4C15-8EAC-E9BA0DD14686}" destId="{679CE53B-3AB7-4DE6-AD51-84FD8C46EB46}" srcOrd="6" destOrd="0" presId="urn:microsoft.com/office/officeart/2005/8/layout/chevron1"/>
    <dgm:cxn modelId="{A7D8C4BC-28E0-4E66-A734-6730477B1071}" type="presParOf" srcId="{75D48B9B-99C3-4C15-8EAC-E9BA0DD14686}" destId="{05FDF251-92B6-480C-82BC-68646E838DF3}" srcOrd="7" destOrd="0" presId="urn:microsoft.com/office/officeart/2005/8/layout/chevron1"/>
    <dgm:cxn modelId="{B9558D92-A537-4ECB-AB6F-20C3CFF77439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09F43167-59E2-4B0A-B827-B449D850936B}" type="presOf" srcId="{7AD4F92C-78BA-4F6E-810D-84BEE50C8241}" destId="{75D48B9B-99C3-4C15-8EAC-E9BA0DD14686}" srcOrd="0" destOrd="0" presId="urn:microsoft.com/office/officeart/2005/8/layout/chevron1"/>
    <dgm:cxn modelId="{3642F94C-3A1F-440B-96E2-555D25FFF134}" type="presOf" srcId="{9E4E745E-2470-477B-9DC0-E82B38E47448}" destId="{85F4B451-0FD0-42C8-80A0-3D70971ED446}" srcOrd="0" destOrd="0" presId="urn:microsoft.com/office/officeart/2005/8/layout/chevron1"/>
    <dgm:cxn modelId="{FF386679-F0EA-4E7B-A7CC-37B05512D545}" type="presOf" srcId="{18D87F5F-42AD-4E9F-A6E6-7FE3973FD35E}" destId="{D3AB7C3D-A810-418A-9680-2D5C0886B87C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C7B915BA-C944-4A8F-87A0-C3590B7E1385}" type="presOf" srcId="{8A0BB1E1-EFC2-4F85-98F9-1806732424FD}" destId="{8B532F1F-7985-410D-8F23-17546AA96819}" srcOrd="0" destOrd="0" presId="urn:microsoft.com/office/officeart/2005/8/layout/chevron1"/>
    <dgm:cxn modelId="{BCBD5FBE-0A63-4129-87B6-43F4CEEB4A8E}" type="presOf" srcId="{BAC7D273-E5EE-4038-A5C1-6C6F5ACB0D03}" destId="{6A0ADE0C-E6D1-4D81-9931-771EEA7AFED4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FECABFDC-C23B-420F-8B73-79F9908220C2}" type="presOf" srcId="{A2AEA16E-49B1-4DC9-8223-ADFEC1D6E88A}" destId="{679CE53B-3AB7-4DE6-AD51-84FD8C46EB46}" srcOrd="0" destOrd="0" presId="urn:microsoft.com/office/officeart/2005/8/layout/chevron1"/>
    <dgm:cxn modelId="{CB6B5A45-3FC5-407C-894A-F5881A2CF76A}" type="presParOf" srcId="{75D48B9B-99C3-4C15-8EAC-E9BA0DD14686}" destId="{6A0ADE0C-E6D1-4D81-9931-771EEA7AFED4}" srcOrd="0" destOrd="0" presId="urn:microsoft.com/office/officeart/2005/8/layout/chevron1"/>
    <dgm:cxn modelId="{D446090D-119F-49DB-B163-8DC167E6EAD7}" type="presParOf" srcId="{75D48B9B-99C3-4C15-8EAC-E9BA0DD14686}" destId="{065F6587-BE7F-4D0E-98E2-44771C09D7ED}" srcOrd="1" destOrd="0" presId="urn:microsoft.com/office/officeart/2005/8/layout/chevron1"/>
    <dgm:cxn modelId="{FC1CA345-9072-4DCB-8B9E-30EDB4F978CE}" type="presParOf" srcId="{75D48B9B-99C3-4C15-8EAC-E9BA0DD14686}" destId="{D3AB7C3D-A810-418A-9680-2D5C0886B87C}" srcOrd="2" destOrd="0" presId="urn:microsoft.com/office/officeart/2005/8/layout/chevron1"/>
    <dgm:cxn modelId="{1FF94C56-5E95-470B-95F0-C61D7469055A}" type="presParOf" srcId="{75D48B9B-99C3-4C15-8EAC-E9BA0DD14686}" destId="{45F0D139-CE00-4B67-92DF-948F9E3DF760}" srcOrd="3" destOrd="0" presId="urn:microsoft.com/office/officeart/2005/8/layout/chevron1"/>
    <dgm:cxn modelId="{08383913-3550-43E1-B587-BBFDFBC4FC70}" type="presParOf" srcId="{75D48B9B-99C3-4C15-8EAC-E9BA0DD14686}" destId="{85F4B451-0FD0-42C8-80A0-3D70971ED446}" srcOrd="4" destOrd="0" presId="urn:microsoft.com/office/officeart/2005/8/layout/chevron1"/>
    <dgm:cxn modelId="{8ED2A611-6A8F-4826-9D27-008B21938DAD}" type="presParOf" srcId="{75D48B9B-99C3-4C15-8EAC-E9BA0DD14686}" destId="{0CEB3E5A-3F2D-44D0-8A0A-14BD5AE928A8}" srcOrd="5" destOrd="0" presId="urn:microsoft.com/office/officeart/2005/8/layout/chevron1"/>
    <dgm:cxn modelId="{3C750D3D-C316-48D2-84F4-2431FEED6F45}" type="presParOf" srcId="{75D48B9B-99C3-4C15-8EAC-E9BA0DD14686}" destId="{679CE53B-3AB7-4DE6-AD51-84FD8C46EB46}" srcOrd="6" destOrd="0" presId="urn:microsoft.com/office/officeart/2005/8/layout/chevron1"/>
    <dgm:cxn modelId="{10F501CB-C907-4359-9D41-485A223DC725}" type="presParOf" srcId="{75D48B9B-99C3-4C15-8EAC-E9BA0DD14686}" destId="{05FDF251-92B6-480C-82BC-68646E838DF3}" srcOrd="7" destOrd="0" presId="urn:microsoft.com/office/officeart/2005/8/layout/chevron1"/>
    <dgm:cxn modelId="{E8B36DF1-2EDE-4632-A79E-27DB4F78724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noFill/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9676440A-AE76-4E60-9BDB-011AD81CCBCB}" type="presOf" srcId="{BAC7D273-E5EE-4038-A5C1-6C6F5ACB0D03}" destId="{6A0ADE0C-E6D1-4D81-9931-771EEA7AFED4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955EFE32-DC44-46CD-BDCD-5CCBA2F8C91E}" type="presOf" srcId="{9E4E745E-2470-477B-9DC0-E82B38E47448}" destId="{85F4B451-0FD0-42C8-80A0-3D70971ED446}" srcOrd="0" destOrd="0" presId="urn:microsoft.com/office/officeart/2005/8/layout/chevron1"/>
    <dgm:cxn modelId="{F94F4268-D99D-406D-88D6-73BCBF082097}" type="presOf" srcId="{7AD4F92C-78BA-4F6E-810D-84BEE50C8241}" destId="{75D48B9B-99C3-4C15-8EAC-E9BA0DD14686}" srcOrd="0" destOrd="0" presId="urn:microsoft.com/office/officeart/2005/8/layout/chevron1"/>
    <dgm:cxn modelId="{87BBAB6B-431F-4A19-B84B-5C231850DBB6}" type="presOf" srcId="{18D87F5F-42AD-4E9F-A6E6-7FE3973FD35E}" destId="{D3AB7C3D-A810-418A-9680-2D5C0886B87C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7F56F2E3-D3BA-44D7-83F3-D4DF75B6E369}" type="presOf" srcId="{A2AEA16E-49B1-4DC9-8223-ADFEC1D6E88A}" destId="{679CE53B-3AB7-4DE6-AD51-84FD8C46EB46}" srcOrd="0" destOrd="0" presId="urn:microsoft.com/office/officeart/2005/8/layout/chevron1"/>
    <dgm:cxn modelId="{CB0BEBE9-6C4C-4D54-850F-4434C0E621DA}" type="presOf" srcId="{8A0BB1E1-EFC2-4F85-98F9-1806732424FD}" destId="{8B532F1F-7985-410D-8F23-17546AA96819}" srcOrd="0" destOrd="0" presId="urn:microsoft.com/office/officeart/2005/8/layout/chevron1"/>
    <dgm:cxn modelId="{0D7B2A3B-624E-45C8-BDDE-0F890373D755}" type="presParOf" srcId="{75D48B9B-99C3-4C15-8EAC-E9BA0DD14686}" destId="{6A0ADE0C-E6D1-4D81-9931-771EEA7AFED4}" srcOrd="0" destOrd="0" presId="urn:microsoft.com/office/officeart/2005/8/layout/chevron1"/>
    <dgm:cxn modelId="{17C23839-1B38-410D-8048-AFFCE33515F6}" type="presParOf" srcId="{75D48B9B-99C3-4C15-8EAC-E9BA0DD14686}" destId="{065F6587-BE7F-4D0E-98E2-44771C09D7ED}" srcOrd="1" destOrd="0" presId="urn:microsoft.com/office/officeart/2005/8/layout/chevron1"/>
    <dgm:cxn modelId="{3327082F-5743-4B4C-BAB5-39F3DBED5E92}" type="presParOf" srcId="{75D48B9B-99C3-4C15-8EAC-E9BA0DD14686}" destId="{D3AB7C3D-A810-418A-9680-2D5C0886B87C}" srcOrd="2" destOrd="0" presId="urn:microsoft.com/office/officeart/2005/8/layout/chevron1"/>
    <dgm:cxn modelId="{0B89F3B9-83D3-4E91-9756-B70A5A05F120}" type="presParOf" srcId="{75D48B9B-99C3-4C15-8EAC-E9BA0DD14686}" destId="{45F0D139-CE00-4B67-92DF-948F9E3DF760}" srcOrd="3" destOrd="0" presId="urn:microsoft.com/office/officeart/2005/8/layout/chevron1"/>
    <dgm:cxn modelId="{5AAFA07D-C829-445C-A018-C2BEA983C35B}" type="presParOf" srcId="{75D48B9B-99C3-4C15-8EAC-E9BA0DD14686}" destId="{85F4B451-0FD0-42C8-80A0-3D70971ED446}" srcOrd="4" destOrd="0" presId="urn:microsoft.com/office/officeart/2005/8/layout/chevron1"/>
    <dgm:cxn modelId="{2400B0D1-B1A0-45D7-96BA-D83B815B2BB9}" type="presParOf" srcId="{75D48B9B-99C3-4C15-8EAC-E9BA0DD14686}" destId="{0CEB3E5A-3F2D-44D0-8A0A-14BD5AE928A8}" srcOrd="5" destOrd="0" presId="urn:microsoft.com/office/officeart/2005/8/layout/chevron1"/>
    <dgm:cxn modelId="{8427F164-8AF9-406A-8334-B563625E004C}" type="presParOf" srcId="{75D48B9B-99C3-4C15-8EAC-E9BA0DD14686}" destId="{679CE53B-3AB7-4DE6-AD51-84FD8C46EB46}" srcOrd="6" destOrd="0" presId="urn:microsoft.com/office/officeart/2005/8/layout/chevron1"/>
    <dgm:cxn modelId="{1C8B55BA-7FF4-4562-9B00-7155E8ABC11A}" type="presParOf" srcId="{75D48B9B-99C3-4C15-8EAC-E9BA0DD14686}" destId="{05FDF251-92B6-480C-82BC-68646E838DF3}" srcOrd="7" destOrd="0" presId="urn:microsoft.com/office/officeart/2005/8/layout/chevron1"/>
    <dgm:cxn modelId="{08D1EB37-BF4B-46DE-AC18-E5B36FACECEC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475380E-CC43-4D35-819F-47A5AFFE7E1D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7791B734-BFB1-4A78-A23E-7E04F9F4DB3C}" type="presOf" srcId="{BAC7D273-E5EE-4038-A5C1-6C6F5ACB0D03}" destId="{6A0ADE0C-E6D1-4D81-9931-771EEA7AFED4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1AEBA9AA-61B8-4B9A-9D06-4BCD4B31EDB3}" type="presOf" srcId="{18D87F5F-42AD-4E9F-A6E6-7FE3973FD35E}" destId="{D3AB7C3D-A810-418A-9680-2D5C0886B87C}" srcOrd="0" destOrd="0" presId="urn:microsoft.com/office/officeart/2005/8/layout/chevron1"/>
    <dgm:cxn modelId="{1A0297D2-9A4B-4444-9771-BDDA0AE3B711}" type="presOf" srcId="{8A0BB1E1-EFC2-4F85-98F9-1806732424FD}" destId="{8B532F1F-7985-410D-8F23-17546AA96819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EC1A40DD-2E34-499A-8248-87782107A239}" type="presOf" srcId="{7AD4F92C-78BA-4F6E-810D-84BEE50C8241}" destId="{75D48B9B-99C3-4C15-8EAC-E9BA0DD14686}" srcOrd="0" destOrd="0" presId="urn:microsoft.com/office/officeart/2005/8/layout/chevron1"/>
    <dgm:cxn modelId="{284740E7-1722-41EC-B49B-5FDA85EE0AE3}" type="presOf" srcId="{A2AEA16E-49B1-4DC9-8223-ADFEC1D6E88A}" destId="{679CE53B-3AB7-4DE6-AD51-84FD8C46EB46}" srcOrd="0" destOrd="0" presId="urn:microsoft.com/office/officeart/2005/8/layout/chevron1"/>
    <dgm:cxn modelId="{EBABFBB3-829E-4F59-BD1B-72DE3816E1E4}" type="presParOf" srcId="{75D48B9B-99C3-4C15-8EAC-E9BA0DD14686}" destId="{6A0ADE0C-E6D1-4D81-9931-771EEA7AFED4}" srcOrd="0" destOrd="0" presId="urn:microsoft.com/office/officeart/2005/8/layout/chevron1"/>
    <dgm:cxn modelId="{E0B1C693-2A45-4F52-AD8E-1028391E7445}" type="presParOf" srcId="{75D48B9B-99C3-4C15-8EAC-E9BA0DD14686}" destId="{065F6587-BE7F-4D0E-98E2-44771C09D7ED}" srcOrd="1" destOrd="0" presId="urn:microsoft.com/office/officeart/2005/8/layout/chevron1"/>
    <dgm:cxn modelId="{DB706736-3333-4773-AC89-ADD28B498BB5}" type="presParOf" srcId="{75D48B9B-99C3-4C15-8EAC-E9BA0DD14686}" destId="{D3AB7C3D-A810-418A-9680-2D5C0886B87C}" srcOrd="2" destOrd="0" presId="urn:microsoft.com/office/officeart/2005/8/layout/chevron1"/>
    <dgm:cxn modelId="{AD33D688-C905-45A3-9E84-5FC03F845639}" type="presParOf" srcId="{75D48B9B-99C3-4C15-8EAC-E9BA0DD14686}" destId="{45F0D139-CE00-4B67-92DF-948F9E3DF760}" srcOrd="3" destOrd="0" presId="urn:microsoft.com/office/officeart/2005/8/layout/chevron1"/>
    <dgm:cxn modelId="{48B2966B-DDF5-43AD-9EB5-90DCC49E4FB0}" type="presParOf" srcId="{75D48B9B-99C3-4C15-8EAC-E9BA0DD14686}" destId="{85F4B451-0FD0-42C8-80A0-3D70971ED446}" srcOrd="4" destOrd="0" presId="urn:microsoft.com/office/officeart/2005/8/layout/chevron1"/>
    <dgm:cxn modelId="{F5D091B7-D735-49C1-9656-8E661D0DBB36}" type="presParOf" srcId="{75D48B9B-99C3-4C15-8EAC-E9BA0DD14686}" destId="{0CEB3E5A-3F2D-44D0-8A0A-14BD5AE928A8}" srcOrd="5" destOrd="0" presId="urn:microsoft.com/office/officeart/2005/8/layout/chevron1"/>
    <dgm:cxn modelId="{37BA4356-5BD6-43B0-BF67-F7B04CFA01C3}" type="presParOf" srcId="{75D48B9B-99C3-4C15-8EAC-E9BA0DD14686}" destId="{679CE53B-3AB7-4DE6-AD51-84FD8C46EB46}" srcOrd="6" destOrd="0" presId="urn:microsoft.com/office/officeart/2005/8/layout/chevron1"/>
    <dgm:cxn modelId="{C48AC656-A1F0-4582-B4E5-C471CE36B632}" type="presParOf" srcId="{75D48B9B-99C3-4C15-8EAC-E9BA0DD14686}" destId="{05FDF251-92B6-480C-82BC-68646E838DF3}" srcOrd="7" destOrd="0" presId="urn:microsoft.com/office/officeart/2005/8/layout/chevron1"/>
    <dgm:cxn modelId="{676B1782-6920-416A-BCCD-50DB8609CE17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84D6755E-6164-41D1-A34B-C8A99B9D6314}" type="presOf" srcId="{BAC7D273-E5EE-4038-A5C1-6C6F5ACB0D03}" destId="{6A0ADE0C-E6D1-4D81-9931-771EEA7AFED4}" srcOrd="0" destOrd="0" presId="urn:microsoft.com/office/officeart/2005/8/layout/chevron1"/>
    <dgm:cxn modelId="{0B233757-7943-4339-93A0-D09115BBC700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205D689F-6BC8-4E8C-BA4D-4BE75A707E55}" type="presOf" srcId="{9E4E745E-2470-477B-9DC0-E82B38E47448}" destId="{85F4B451-0FD0-42C8-80A0-3D70971ED446}" srcOrd="0" destOrd="0" presId="urn:microsoft.com/office/officeart/2005/8/layout/chevron1"/>
    <dgm:cxn modelId="{0B56C8A1-594B-47E2-8DD4-5D50E41C7D95}" type="presOf" srcId="{18D87F5F-42AD-4E9F-A6E6-7FE3973FD35E}" destId="{D3AB7C3D-A810-418A-9680-2D5C0886B87C}" srcOrd="0" destOrd="0" presId="urn:microsoft.com/office/officeart/2005/8/layout/chevron1"/>
    <dgm:cxn modelId="{F968E6BC-F25B-44B9-B972-31CD01F18A15}" type="presOf" srcId="{7AD4F92C-78BA-4F6E-810D-84BEE50C8241}" destId="{75D48B9B-99C3-4C15-8EAC-E9BA0DD1468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288981E0-D07C-4FED-A2AD-7689C415EB79}" type="presOf" srcId="{A2AEA16E-49B1-4DC9-8223-ADFEC1D6E88A}" destId="{679CE53B-3AB7-4DE6-AD51-84FD8C46EB46}" srcOrd="0" destOrd="0" presId="urn:microsoft.com/office/officeart/2005/8/layout/chevron1"/>
    <dgm:cxn modelId="{17D7801F-9163-4465-95E6-2AF752F47C59}" type="presParOf" srcId="{75D48B9B-99C3-4C15-8EAC-E9BA0DD14686}" destId="{6A0ADE0C-E6D1-4D81-9931-771EEA7AFED4}" srcOrd="0" destOrd="0" presId="urn:microsoft.com/office/officeart/2005/8/layout/chevron1"/>
    <dgm:cxn modelId="{FF26B028-3A56-4CD7-AFB4-4A05906B9D29}" type="presParOf" srcId="{75D48B9B-99C3-4C15-8EAC-E9BA0DD14686}" destId="{065F6587-BE7F-4D0E-98E2-44771C09D7ED}" srcOrd="1" destOrd="0" presId="urn:microsoft.com/office/officeart/2005/8/layout/chevron1"/>
    <dgm:cxn modelId="{7F2AA2DE-68F5-43C7-9693-9F75F292FB34}" type="presParOf" srcId="{75D48B9B-99C3-4C15-8EAC-E9BA0DD14686}" destId="{D3AB7C3D-A810-418A-9680-2D5C0886B87C}" srcOrd="2" destOrd="0" presId="urn:microsoft.com/office/officeart/2005/8/layout/chevron1"/>
    <dgm:cxn modelId="{AA317290-085B-4DD1-AF24-89AB48A598B0}" type="presParOf" srcId="{75D48B9B-99C3-4C15-8EAC-E9BA0DD14686}" destId="{45F0D139-CE00-4B67-92DF-948F9E3DF760}" srcOrd="3" destOrd="0" presId="urn:microsoft.com/office/officeart/2005/8/layout/chevron1"/>
    <dgm:cxn modelId="{455F0A94-B5DB-4D52-8776-CA181494168E}" type="presParOf" srcId="{75D48B9B-99C3-4C15-8EAC-E9BA0DD14686}" destId="{85F4B451-0FD0-42C8-80A0-3D70971ED446}" srcOrd="4" destOrd="0" presId="urn:microsoft.com/office/officeart/2005/8/layout/chevron1"/>
    <dgm:cxn modelId="{97E05717-6631-4A92-A044-CB36855E96C0}" type="presParOf" srcId="{75D48B9B-99C3-4C15-8EAC-E9BA0DD14686}" destId="{0CEB3E5A-3F2D-44D0-8A0A-14BD5AE928A8}" srcOrd="5" destOrd="0" presId="urn:microsoft.com/office/officeart/2005/8/layout/chevron1"/>
    <dgm:cxn modelId="{4512172F-4D3B-44DD-A68F-B748420C60F3}" type="presParOf" srcId="{75D48B9B-99C3-4C15-8EAC-E9BA0DD14686}" destId="{679CE53B-3AB7-4DE6-AD51-84FD8C46EB46}" srcOrd="6" destOrd="0" presId="urn:microsoft.com/office/officeart/2005/8/layout/chevron1"/>
    <dgm:cxn modelId="{501D847C-D2F6-4EB4-8542-5FC5523947B9}" type="presParOf" srcId="{75D48B9B-99C3-4C15-8EAC-E9BA0DD14686}" destId="{05FDF251-92B6-480C-82BC-68646E838DF3}" srcOrd="7" destOrd="0" presId="urn:microsoft.com/office/officeart/2005/8/layout/chevron1"/>
    <dgm:cxn modelId="{3A6AF3A8-909F-43DA-9750-B60F00B60E37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E4FFD22-9DA4-4C76-88D8-2D3E7A4B8D11}" type="presOf" srcId="{8A0BB1E1-EFC2-4F85-98F9-1806732424FD}" destId="{8B532F1F-7985-410D-8F23-17546AA96819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D80BCC41-CE7C-49FC-B16C-075ABE0A8FA5}" type="presOf" srcId="{BAC7D273-E5EE-4038-A5C1-6C6F5ACB0D03}" destId="{6A0ADE0C-E6D1-4D81-9931-771EEA7AFED4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B99147D-275B-440E-8CC3-37BCAFD828FE}" type="presOf" srcId="{A2AEA16E-49B1-4DC9-8223-ADFEC1D6E88A}" destId="{679CE53B-3AB7-4DE6-AD51-84FD8C46EB46}" srcOrd="0" destOrd="0" presId="urn:microsoft.com/office/officeart/2005/8/layout/chevron1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5D4DEAA2-FCEA-49A6-A9DE-6D08042FD40F}" type="presOf" srcId="{18D87F5F-42AD-4E9F-A6E6-7FE3973FD35E}" destId="{D3AB7C3D-A810-418A-9680-2D5C0886B87C}" srcOrd="0" destOrd="0" presId="urn:microsoft.com/office/officeart/2005/8/layout/chevron1"/>
    <dgm:cxn modelId="{7FE78BBA-F424-41BC-A9F2-535E47C6AA97}" type="presOf" srcId="{7AD4F92C-78BA-4F6E-810D-84BEE50C8241}" destId="{75D48B9B-99C3-4C15-8EAC-E9BA0DD1468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1F2259EB-2270-4F55-9A42-DE229EB5206D}" type="presOf" srcId="{9E4E745E-2470-477B-9DC0-E82B38E47448}" destId="{85F4B451-0FD0-42C8-80A0-3D70971ED446}" srcOrd="0" destOrd="0" presId="urn:microsoft.com/office/officeart/2005/8/layout/chevron1"/>
    <dgm:cxn modelId="{C364422D-1AF5-412B-996D-28420DA0468F}" type="presParOf" srcId="{75D48B9B-99C3-4C15-8EAC-E9BA0DD14686}" destId="{6A0ADE0C-E6D1-4D81-9931-771EEA7AFED4}" srcOrd="0" destOrd="0" presId="urn:microsoft.com/office/officeart/2005/8/layout/chevron1"/>
    <dgm:cxn modelId="{28EB09D7-C760-4530-8D95-E8BFAC820C47}" type="presParOf" srcId="{75D48B9B-99C3-4C15-8EAC-E9BA0DD14686}" destId="{065F6587-BE7F-4D0E-98E2-44771C09D7ED}" srcOrd="1" destOrd="0" presId="urn:microsoft.com/office/officeart/2005/8/layout/chevron1"/>
    <dgm:cxn modelId="{4309F16A-DF4D-4C90-9C47-1779545347A9}" type="presParOf" srcId="{75D48B9B-99C3-4C15-8EAC-E9BA0DD14686}" destId="{D3AB7C3D-A810-418A-9680-2D5C0886B87C}" srcOrd="2" destOrd="0" presId="urn:microsoft.com/office/officeart/2005/8/layout/chevron1"/>
    <dgm:cxn modelId="{9D54505E-98BC-4F5C-952E-DE0C64C1A91B}" type="presParOf" srcId="{75D48B9B-99C3-4C15-8EAC-E9BA0DD14686}" destId="{45F0D139-CE00-4B67-92DF-948F9E3DF760}" srcOrd="3" destOrd="0" presId="urn:microsoft.com/office/officeart/2005/8/layout/chevron1"/>
    <dgm:cxn modelId="{420A0AD9-7A41-4AF8-B1AC-3E173C39BEE7}" type="presParOf" srcId="{75D48B9B-99C3-4C15-8EAC-E9BA0DD14686}" destId="{85F4B451-0FD0-42C8-80A0-3D70971ED446}" srcOrd="4" destOrd="0" presId="urn:microsoft.com/office/officeart/2005/8/layout/chevron1"/>
    <dgm:cxn modelId="{F79CEAE9-26BF-4214-94D3-3CC4673C94A7}" type="presParOf" srcId="{75D48B9B-99C3-4C15-8EAC-E9BA0DD14686}" destId="{0CEB3E5A-3F2D-44D0-8A0A-14BD5AE928A8}" srcOrd="5" destOrd="0" presId="urn:microsoft.com/office/officeart/2005/8/layout/chevron1"/>
    <dgm:cxn modelId="{F821FBF5-3A1F-4DF8-88EF-75C0BC00A20E}" type="presParOf" srcId="{75D48B9B-99C3-4C15-8EAC-E9BA0DD14686}" destId="{679CE53B-3AB7-4DE6-AD51-84FD8C46EB46}" srcOrd="6" destOrd="0" presId="urn:microsoft.com/office/officeart/2005/8/layout/chevron1"/>
    <dgm:cxn modelId="{4DE360A4-A094-4D2E-A30D-B0B1CF1AAE98}" type="presParOf" srcId="{75D48B9B-99C3-4C15-8EAC-E9BA0DD14686}" destId="{05FDF251-92B6-480C-82BC-68646E838DF3}" srcOrd="7" destOrd="0" presId="urn:microsoft.com/office/officeart/2005/8/layout/chevron1"/>
    <dgm:cxn modelId="{970098C3-0EBC-4DC9-9796-116537CA4A3D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9067F91A-2EB6-4473-8353-0080111DC40D}" type="presOf" srcId="{18D87F5F-42AD-4E9F-A6E6-7FE3973FD35E}" destId="{D3AB7C3D-A810-418A-9680-2D5C0886B87C}" srcOrd="0" destOrd="0" presId="urn:microsoft.com/office/officeart/2005/8/layout/chevron1"/>
    <dgm:cxn modelId="{AE730027-BA88-4663-9797-A005A7448924}" type="presOf" srcId="{BAC7D273-E5EE-4038-A5C1-6C6F5ACB0D03}" destId="{6A0ADE0C-E6D1-4D81-9931-771EEA7AFED4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ECF9A3F-A751-4DEC-8D74-60084B20A091}" type="presOf" srcId="{A2AEA16E-49B1-4DC9-8223-ADFEC1D6E88A}" destId="{679CE53B-3AB7-4DE6-AD51-84FD8C46EB46}" srcOrd="0" destOrd="0" presId="urn:microsoft.com/office/officeart/2005/8/layout/chevron1"/>
    <dgm:cxn modelId="{01F8DC71-BA43-47A5-8E53-856A558204DA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124356E9-C380-4F61-8DF4-28207C3B6DD6}" type="presOf" srcId="{7AD4F92C-78BA-4F6E-810D-84BEE50C8241}" destId="{75D48B9B-99C3-4C15-8EAC-E9BA0DD14686}" srcOrd="0" destOrd="0" presId="urn:microsoft.com/office/officeart/2005/8/layout/chevron1"/>
    <dgm:cxn modelId="{1A19AAFB-AF79-4CAD-9BBF-6A85202BC2DE}" type="presOf" srcId="{9E4E745E-2470-477B-9DC0-E82B38E47448}" destId="{85F4B451-0FD0-42C8-80A0-3D70971ED446}" srcOrd="0" destOrd="0" presId="urn:microsoft.com/office/officeart/2005/8/layout/chevron1"/>
    <dgm:cxn modelId="{B5C8FB04-BA19-416B-BF86-618AF2F3592F}" type="presParOf" srcId="{75D48B9B-99C3-4C15-8EAC-E9BA0DD14686}" destId="{6A0ADE0C-E6D1-4D81-9931-771EEA7AFED4}" srcOrd="0" destOrd="0" presId="urn:microsoft.com/office/officeart/2005/8/layout/chevron1"/>
    <dgm:cxn modelId="{ECFD691A-5B5A-472A-A1E9-89B36C552642}" type="presParOf" srcId="{75D48B9B-99C3-4C15-8EAC-E9BA0DD14686}" destId="{065F6587-BE7F-4D0E-98E2-44771C09D7ED}" srcOrd="1" destOrd="0" presId="urn:microsoft.com/office/officeart/2005/8/layout/chevron1"/>
    <dgm:cxn modelId="{19DB34BA-C98F-4AE3-8606-F2E61CD7DA00}" type="presParOf" srcId="{75D48B9B-99C3-4C15-8EAC-E9BA0DD14686}" destId="{D3AB7C3D-A810-418A-9680-2D5C0886B87C}" srcOrd="2" destOrd="0" presId="urn:microsoft.com/office/officeart/2005/8/layout/chevron1"/>
    <dgm:cxn modelId="{37F609E4-83CB-4783-8384-5EEEB6046224}" type="presParOf" srcId="{75D48B9B-99C3-4C15-8EAC-E9BA0DD14686}" destId="{45F0D139-CE00-4B67-92DF-948F9E3DF760}" srcOrd="3" destOrd="0" presId="urn:microsoft.com/office/officeart/2005/8/layout/chevron1"/>
    <dgm:cxn modelId="{10D35B02-F390-418D-8993-417AB0BE65FD}" type="presParOf" srcId="{75D48B9B-99C3-4C15-8EAC-E9BA0DD14686}" destId="{85F4B451-0FD0-42C8-80A0-3D70971ED446}" srcOrd="4" destOrd="0" presId="urn:microsoft.com/office/officeart/2005/8/layout/chevron1"/>
    <dgm:cxn modelId="{4B55818D-0081-40F2-A6E6-33DE0B9AB4BA}" type="presParOf" srcId="{75D48B9B-99C3-4C15-8EAC-E9BA0DD14686}" destId="{0CEB3E5A-3F2D-44D0-8A0A-14BD5AE928A8}" srcOrd="5" destOrd="0" presId="urn:microsoft.com/office/officeart/2005/8/layout/chevron1"/>
    <dgm:cxn modelId="{9AAA9DBF-9067-4458-928B-76A9F2A16CCF}" type="presParOf" srcId="{75D48B9B-99C3-4C15-8EAC-E9BA0DD14686}" destId="{679CE53B-3AB7-4DE6-AD51-84FD8C46EB46}" srcOrd="6" destOrd="0" presId="urn:microsoft.com/office/officeart/2005/8/layout/chevron1"/>
    <dgm:cxn modelId="{B3812EFC-871C-4A1A-8ACF-81973CDC2232}" type="presParOf" srcId="{75D48B9B-99C3-4C15-8EAC-E9BA0DD14686}" destId="{05FDF251-92B6-480C-82BC-68646E838DF3}" srcOrd="7" destOrd="0" presId="urn:microsoft.com/office/officeart/2005/8/layout/chevron1"/>
    <dgm:cxn modelId="{9E3380CE-289A-4053-9D04-5CA30DFDA239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DA7DE21-53D9-4BED-BB06-EA541BE931EA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00D0CF30-E134-48B6-8E89-9CEEA1066029}" type="presOf" srcId="{18D87F5F-42AD-4E9F-A6E6-7FE3973FD35E}" destId="{D3AB7C3D-A810-418A-9680-2D5C0886B87C}" srcOrd="0" destOrd="0" presId="urn:microsoft.com/office/officeart/2005/8/layout/chevron1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4D3DA142-E0BB-4E12-A38D-1480AC1F2422}" type="presOf" srcId="{A2AEA16E-49B1-4DC9-8223-ADFEC1D6E88A}" destId="{679CE53B-3AB7-4DE6-AD51-84FD8C46EB46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94580587-5078-4558-A065-1690BB2ED8AB}" type="presOf" srcId="{7AD4F92C-78BA-4F6E-810D-84BEE50C8241}" destId="{75D48B9B-99C3-4C15-8EAC-E9BA0DD14686}" srcOrd="0" destOrd="0" presId="urn:microsoft.com/office/officeart/2005/8/layout/chevron1"/>
    <dgm:cxn modelId="{8FA3DF9C-706C-49CF-B59A-261C6D5B5663}" type="presOf" srcId="{BAC7D273-E5EE-4038-A5C1-6C6F5ACB0D03}" destId="{6A0ADE0C-E6D1-4D81-9931-771EEA7AFED4}" srcOrd="0" destOrd="0" presId="urn:microsoft.com/office/officeart/2005/8/layout/chevron1"/>
    <dgm:cxn modelId="{D900D3D2-885A-4784-8FDE-F1440C99AB12}" type="presOf" srcId="{8A0BB1E1-EFC2-4F85-98F9-1806732424FD}" destId="{8B532F1F-7985-410D-8F23-17546AA96819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EC63B011-97AA-4B6E-9707-498626D31E32}" type="presParOf" srcId="{75D48B9B-99C3-4C15-8EAC-E9BA0DD14686}" destId="{6A0ADE0C-E6D1-4D81-9931-771EEA7AFED4}" srcOrd="0" destOrd="0" presId="urn:microsoft.com/office/officeart/2005/8/layout/chevron1"/>
    <dgm:cxn modelId="{16323174-ED99-49F9-B288-CF9305EF4AB8}" type="presParOf" srcId="{75D48B9B-99C3-4C15-8EAC-E9BA0DD14686}" destId="{065F6587-BE7F-4D0E-98E2-44771C09D7ED}" srcOrd="1" destOrd="0" presId="urn:microsoft.com/office/officeart/2005/8/layout/chevron1"/>
    <dgm:cxn modelId="{8C3A61B5-BC9D-4748-8495-127DD4C1E70C}" type="presParOf" srcId="{75D48B9B-99C3-4C15-8EAC-E9BA0DD14686}" destId="{D3AB7C3D-A810-418A-9680-2D5C0886B87C}" srcOrd="2" destOrd="0" presId="urn:microsoft.com/office/officeart/2005/8/layout/chevron1"/>
    <dgm:cxn modelId="{F68E51B7-221F-4B0F-BC83-471A6CCD4FE7}" type="presParOf" srcId="{75D48B9B-99C3-4C15-8EAC-E9BA0DD14686}" destId="{45F0D139-CE00-4B67-92DF-948F9E3DF760}" srcOrd="3" destOrd="0" presId="urn:microsoft.com/office/officeart/2005/8/layout/chevron1"/>
    <dgm:cxn modelId="{E2CB3F16-40D3-4270-8C09-5927C8793B8C}" type="presParOf" srcId="{75D48B9B-99C3-4C15-8EAC-E9BA0DD14686}" destId="{85F4B451-0FD0-42C8-80A0-3D70971ED446}" srcOrd="4" destOrd="0" presId="urn:microsoft.com/office/officeart/2005/8/layout/chevron1"/>
    <dgm:cxn modelId="{70B1B27A-0BD3-4D00-AB5B-1EA2A9A7FD95}" type="presParOf" srcId="{75D48B9B-99C3-4C15-8EAC-E9BA0DD14686}" destId="{0CEB3E5A-3F2D-44D0-8A0A-14BD5AE928A8}" srcOrd="5" destOrd="0" presId="urn:microsoft.com/office/officeart/2005/8/layout/chevron1"/>
    <dgm:cxn modelId="{6757EE06-58B0-4B0B-B87E-01E2ABCFC9C5}" type="presParOf" srcId="{75D48B9B-99C3-4C15-8EAC-E9BA0DD14686}" destId="{679CE53B-3AB7-4DE6-AD51-84FD8C46EB46}" srcOrd="6" destOrd="0" presId="urn:microsoft.com/office/officeart/2005/8/layout/chevron1"/>
    <dgm:cxn modelId="{F48B2340-95E8-4CFC-B6BD-CB6583F56844}" type="presParOf" srcId="{75D48B9B-99C3-4C15-8EAC-E9BA0DD14686}" destId="{05FDF251-92B6-480C-82BC-68646E838DF3}" srcOrd="7" destOrd="0" presId="urn:microsoft.com/office/officeart/2005/8/layout/chevron1"/>
    <dgm:cxn modelId="{173B6E72-B221-42FD-90ED-A758AB29642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204BF24-D27E-442A-A623-CB76B1454D4E}" type="presOf" srcId="{BAC7D273-E5EE-4038-A5C1-6C6F5ACB0D03}" destId="{6A0ADE0C-E6D1-4D81-9931-771EEA7AFED4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06D7A47-B17F-4FF1-94CB-A3BD5AA2C379}" type="presOf" srcId="{18D87F5F-42AD-4E9F-A6E6-7FE3973FD35E}" destId="{D3AB7C3D-A810-418A-9680-2D5C0886B87C}" srcOrd="0" destOrd="0" presId="urn:microsoft.com/office/officeart/2005/8/layout/chevron1"/>
    <dgm:cxn modelId="{A0F87749-7389-4094-88A0-F90D62F46409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4F4EF59E-3048-46B8-B24B-B2F0EB920C69}" type="presOf" srcId="{7AD4F92C-78BA-4F6E-810D-84BEE50C8241}" destId="{75D48B9B-99C3-4C15-8EAC-E9BA0DD14686}" srcOrd="0" destOrd="0" presId="urn:microsoft.com/office/officeart/2005/8/layout/chevron1"/>
    <dgm:cxn modelId="{D213A2BA-093B-4452-8198-CFBA073B8DC7}" type="presOf" srcId="{9E4E745E-2470-477B-9DC0-E82B38E47448}" destId="{85F4B451-0FD0-42C8-80A0-3D70971ED4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12149BDC-F808-48F6-9E3F-940B8EFE4C65}" type="presOf" srcId="{A2AEA16E-49B1-4DC9-8223-ADFEC1D6E88A}" destId="{679CE53B-3AB7-4DE6-AD51-84FD8C46EB46}" srcOrd="0" destOrd="0" presId="urn:microsoft.com/office/officeart/2005/8/layout/chevron1"/>
    <dgm:cxn modelId="{1D04B554-A952-40B1-8AE9-7A5526ED183C}" type="presParOf" srcId="{75D48B9B-99C3-4C15-8EAC-E9BA0DD14686}" destId="{6A0ADE0C-E6D1-4D81-9931-771EEA7AFED4}" srcOrd="0" destOrd="0" presId="urn:microsoft.com/office/officeart/2005/8/layout/chevron1"/>
    <dgm:cxn modelId="{B70D2B77-453A-4AA9-AEC5-3607124FC8C2}" type="presParOf" srcId="{75D48B9B-99C3-4C15-8EAC-E9BA0DD14686}" destId="{065F6587-BE7F-4D0E-98E2-44771C09D7ED}" srcOrd="1" destOrd="0" presId="urn:microsoft.com/office/officeart/2005/8/layout/chevron1"/>
    <dgm:cxn modelId="{1E722165-B525-47CE-A5AB-61B8C7C6E148}" type="presParOf" srcId="{75D48B9B-99C3-4C15-8EAC-E9BA0DD14686}" destId="{D3AB7C3D-A810-418A-9680-2D5C0886B87C}" srcOrd="2" destOrd="0" presId="urn:microsoft.com/office/officeart/2005/8/layout/chevron1"/>
    <dgm:cxn modelId="{B1CF6B55-4EF0-479A-B1C9-8FB39553CA5C}" type="presParOf" srcId="{75D48B9B-99C3-4C15-8EAC-E9BA0DD14686}" destId="{45F0D139-CE00-4B67-92DF-948F9E3DF760}" srcOrd="3" destOrd="0" presId="urn:microsoft.com/office/officeart/2005/8/layout/chevron1"/>
    <dgm:cxn modelId="{0654F68B-6255-4D66-9BD0-64175AF0FED7}" type="presParOf" srcId="{75D48B9B-99C3-4C15-8EAC-E9BA0DD14686}" destId="{85F4B451-0FD0-42C8-80A0-3D70971ED446}" srcOrd="4" destOrd="0" presId="urn:microsoft.com/office/officeart/2005/8/layout/chevron1"/>
    <dgm:cxn modelId="{12C44259-EF2B-4201-84E2-67D3BD3397AD}" type="presParOf" srcId="{75D48B9B-99C3-4C15-8EAC-E9BA0DD14686}" destId="{0CEB3E5A-3F2D-44D0-8A0A-14BD5AE928A8}" srcOrd="5" destOrd="0" presId="urn:microsoft.com/office/officeart/2005/8/layout/chevron1"/>
    <dgm:cxn modelId="{4B464DFA-5BE8-4455-8430-DF1925F87365}" type="presParOf" srcId="{75D48B9B-99C3-4C15-8EAC-E9BA0DD14686}" destId="{679CE53B-3AB7-4DE6-AD51-84FD8C46EB46}" srcOrd="6" destOrd="0" presId="urn:microsoft.com/office/officeart/2005/8/layout/chevron1"/>
    <dgm:cxn modelId="{74E5CF8F-CF03-465C-989F-16F9A550A78F}" type="presParOf" srcId="{75D48B9B-99C3-4C15-8EAC-E9BA0DD14686}" destId="{05FDF251-92B6-480C-82BC-68646E838DF3}" srcOrd="7" destOrd="0" presId="urn:microsoft.com/office/officeart/2005/8/layout/chevron1"/>
    <dgm:cxn modelId="{F7E4FB48-5B77-4F10-8BA7-20102F7CBA49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C497097B-8228-4195-AE1C-7FBAA4DE45CF}" type="presOf" srcId="{7AD4F92C-78BA-4F6E-810D-84BEE50C8241}" destId="{75D48B9B-99C3-4C15-8EAC-E9BA0DD14686}" srcOrd="0" destOrd="0" presId="urn:microsoft.com/office/officeart/2005/8/layout/chevron1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07902A89-B1D6-4912-BC94-11D1C445D628}" type="presOf" srcId="{8A0BB1E1-EFC2-4F85-98F9-1806732424FD}" destId="{8B532F1F-7985-410D-8F23-17546AA96819}" srcOrd="0" destOrd="0" presId="urn:microsoft.com/office/officeart/2005/8/layout/chevron1"/>
    <dgm:cxn modelId="{31C7BBA0-4E65-4FAF-9B0F-17ACD1FA0555}" type="presOf" srcId="{BAC7D273-E5EE-4038-A5C1-6C6F5ACB0D03}" destId="{6A0ADE0C-E6D1-4D81-9931-771EEA7AFED4}" srcOrd="0" destOrd="0" presId="urn:microsoft.com/office/officeart/2005/8/layout/chevron1"/>
    <dgm:cxn modelId="{35930EA6-917E-4C68-B245-60EB42B393D8}" type="presOf" srcId="{A2AEA16E-49B1-4DC9-8223-ADFEC1D6E88A}" destId="{679CE53B-3AB7-4DE6-AD51-84FD8C46EB46}" srcOrd="0" destOrd="0" presId="urn:microsoft.com/office/officeart/2005/8/layout/chevron1"/>
    <dgm:cxn modelId="{276BB0D4-BF27-4A8D-B86A-5C5A6CE94175}" type="presOf" srcId="{18D87F5F-42AD-4E9F-A6E6-7FE3973FD35E}" destId="{D3AB7C3D-A810-418A-9680-2D5C0886B87C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D3F15DE3-3590-449A-AF81-F697ACD27B34}" type="presOf" srcId="{9E4E745E-2470-477B-9DC0-E82B38E47448}" destId="{85F4B451-0FD0-42C8-80A0-3D70971ED446}" srcOrd="0" destOrd="0" presId="urn:microsoft.com/office/officeart/2005/8/layout/chevron1"/>
    <dgm:cxn modelId="{F081796A-03F4-46F0-B550-5920C7DD8B3D}" type="presParOf" srcId="{75D48B9B-99C3-4C15-8EAC-E9BA0DD14686}" destId="{6A0ADE0C-E6D1-4D81-9931-771EEA7AFED4}" srcOrd="0" destOrd="0" presId="urn:microsoft.com/office/officeart/2005/8/layout/chevron1"/>
    <dgm:cxn modelId="{C2E699D7-7115-4B4A-8216-54AA6448C063}" type="presParOf" srcId="{75D48B9B-99C3-4C15-8EAC-E9BA0DD14686}" destId="{065F6587-BE7F-4D0E-98E2-44771C09D7ED}" srcOrd="1" destOrd="0" presId="urn:microsoft.com/office/officeart/2005/8/layout/chevron1"/>
    <dgm:cxn modelId="{73D7FF65-4419-4BC9-8E4C-28D1A14A643C}" type="presParOf" srcId="{75D48B9B-99C3-4C15-8EAC-E9BA0DD14686}" destId="{D3AB7C3D-A810-418A-9680-2D5C0886B87C}" srcOrd="2" destOrd="0" presId="urn:microsoft.com/office/officeart/2005/8/layout/chevron1"/>
    <dgm:cxn modelId="{6819FA3A-0F07-4896-8165-9FB43E98D90E}" type="presParOf" srcId="{75D48B9B-99C3-4C15-8EAC-E9BA0DD14686}" destId="{45F0D139-CE00-4B67-92DF-948F9E3DF760}" srcOrd="3" destOrd="0" presId="urn:microsoft.com/office/officeart/2005/8/layout/chevron1"/>
    <dgm:cxn modelId="{4930F3E0-4A36-432B-9269-6865C3FD2F04}" type="presParOf" srcId="{75D48B9B-99C3-4C15-8EAC-E9BA0DD14686}" destId="{85F4B451-0FD0-42C8-80A0-3D70971ED446}" srcOrd="4" destOrd="0" presId="urn:microsoft.com/office/officeart/2005/8/layout/chevron1"/>
    <dgm:cxn modelId="{B2F73B98-D998-4E6C-B5DB-7959DA1965EC}" type="presParOf" srcId="{75D48B9B-99C3-4C15-8EAC-E9BA0DD14686}" destId="{0CEB3E5A-3F2D-44D0-8A0A-14BD5AE928A8}" srcOrd="5" destOrd="0" presId="urn:microsoft.com/office/officeart/2005/8/layout/chevron1"/>
    <dgm:cxn modelId="{EEDD8BC7-0B0A-40A2-932F-432E165673C6}" type="presParOf" srcId="{75D48B9B-99C3-4C15-8EAC-E9BA0DD14686}" destId="{679CE53B-3AB7-4DE6-AD51-84FD8C46EB46}" srcOrd="6" destOrd="0" presId="urn:microsoft.com/office/officeart/2005/8/layout/chevron1"/>
    <dgm:cxn modelId="{DD1DDD30-3F59-4C6A-BF8F-EDE8866CA608}" type="presParOf" srcId="{75D48B9B-99C3-4C15-8EAC-E9BA0DD14686}" destId="{05FDF251-92B6-480C-82BC-68646E838DF3}" srcOrd="7" destOrd="0" presId="urn:microsoft.com/office/officeart/2005/8/layout/chevron1"/>
    <dgm:cxn modelId="{F0D847C0-60D9-4580-9A49-8EDB1E0F4767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noFill/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2330A-8D0C-445B-8B20-23313C7DE24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AB48F-E3FC-40BF-BD3F-3260D120A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3965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5588429-511D-4A72-A1D4-C32335397616}" type="datetimeFigureOut">
              <a:rPr lang="ko-KR" altLang="en-US"/>
              <a:pPr>
                <a:defRPr/>
              </a:pPr>
              <a:t>2026-04-16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7375BCD-8584-40B1-BC96-764EEABFA73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337756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974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14375" y="746125"/>
            <a:ext cx="5376863" cy="3724275"/>
          </a:xfrm>
          <a:ln/>
        </p:spPr>
      </p:sp>
      <p:sp>
        <p:nvSpPr>
          <p:cNvPr id="13315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0403" y="4722745"/>
            <a:ext cx="5446396" cy="4471823"/>
          </a:xfrm>
          <a:noFill/>
          <a:ln/>
        </p:spPr>
        <p:txBody>
          <a:bodyPr lIns="90470" tIns="45234" rIns="90470" bIns="45234"/>
          <a:lstStyle/>
          <a:p>
            <a:pPr eaLnBrk="1" hangingPunct="1">
              <a:spcBef>
                <a:spcPct val="0"/>
              </a:spcBef>
            </a:pPr>
            <a:endParaRPr lang="ko-KR" altLang="en-US" dirty="0">
              <a:latin typeface="굴림" charset="-127"/>
              <a:ea typeface="굴림" charset="-127"/>
            </a:endParaRPr>
          </a:p>
        </p:txBody>
      </p:sp>
      <p:sp>
        <p:nvSpPr>
          <p:cNvPr id="13316" name="슬라이드 번호 개체 틀 3"/>
          <p:cNvSpPr txBox="1">
            <a:spLocks noGrp="1"/>
          </p:cNvSpPr>
          <p:nvPr/>
        </p:nvSpPr>
        <p:spPr bwMode="auto">
          <a:xfrm>
            <a:off x="3858262" y="9440693"/>
            <a:ext cx="2947349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70" tIns="45234" rIns="90470" bIns="45234" anchor="b"/>
          <a:lstStyle/>
          <a:p>
            <a:pPr algn="r" defTabSz="904164"/>
            <a:fld id="{FFCE971C-6454-4786-9488-5EAF575C795E}" type="slidenum">
              <a:rPr lang="ko-KR" altLang="en-US">
                <a:latin typeface="굴림" charset="-127"/>
                <a:ea typeface="굴림" charset="-127"/>
              </a:rPr>
              <a:pPr algn="r" defTabSz="904164"/>
              <a:t>2</a:t>
            </a:fld>
            <a:endParaRPr lang="en-US" altLang="ko-KR" dirty="0">
              <a:latin typeface="굴림" charset="-127"/>
              <a:ea typeface="굴림" charset="-127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7033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" pitchFamily="50" charset="-127"/>
              </a:rPr>
              <a:t>Mục đích paretto chart?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" pitchFamily="50" charset="-127"/>
              </a:rPr>
              <a:t>Để xem nguyên nhân nào chiếm tỉ trọng cao nhất và cải tiến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To see what causes the highest density and make improvements</a:t>
            </a:r>
            <a:endParaRPr kumimoji="1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" pitchFamily="50" charset="-127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" pitchFamily="50" charset="-127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" pitchFamily="50" charset="-127"/>
              </a:rPr>
              <a:t>Nguyên lí áp dụng vào Pareto?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" pitchFamily="50" charset="-127"/>
              </a:rPr>
              <a:t>-Nguyên lí 20-80,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" pitchFamily="50" charset="-127"/>
              </a:rPr>
              <a:t>20% nguyên nhân ảnh hưởng tới 80% số lượng lỗi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The 20-80 Principle,</a:t>
            </a:r>
            <a:br>
              <a:rPr lang="en-US" b="1"/>
            </a:br>
            <a:r>
              <a:rPr lang="en-US" b="1"/>
              <a:t>20% of causes affect 80% of the number of errors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" pitchFamily="50" charset="-127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" pitchFamily="50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Tại</a:t>
            </a:r>
            <a:r>
              <a:rPr kumimoji="1" lang="en-US" sz="12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sao chọn topic này?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Theo biểu đồ pareto, đây là worst issue</a:t>
            </a:r>
            <a:endParaRPr kumimoji="1" lang="en-US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" pitchFamily="50" charset="-127"/>
            </a:endParaRP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9000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Difference between calibration and Gage R&amp;R?</a:t>
            </a:r>
          </a:p>
          <a:p>
            <a:r>
              <a:rPr lang="en-US" sz="1200"/>
              <a:t>Calibration only check repeatability </a:t>
            </a:r>
          </a:p>
          <a:p>
            <a:r>
              <a:rPr lang="en-US" sz="1200"/>
              <a:t>Gage R&amp;R can check both repeatability &amp; reproducibility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2934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1" lang="en-US" sz="12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1. How</a:t>
            </a: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to process Type I</a:t>
            </a:r>
            <a:r>
              <a:rPr kumimoji="1" lang="en-US" sz="12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?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We need to measure </a:t>
            </a: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30 times for one sample </a:t>
            </a: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which </a:t>
            </a: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reference value is known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How to choose Sampling? </a:t>
            </a: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Chọn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mẫu như thế nào? 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Just choose</a:t>
            </a:r>
            <a:r>
              <a:rPr lang="en-US" sz="1200" baseline="0">
                <a:latin typeface="Arial" charset="0"/>
                <a:ea typeface="돋움" pitchFamily="50" charset="-127"/>
              </a:rPr>
              <a:t> random sample and know the reference value</a:t>
            </a:r>
            <a:r>
              <a:rPr lang="en-US" sz="1200">
                <a:latin typeface="Arial" charset="0"/>
                <a:ea typeface="돋움" pitchFamily="50" charset="-127"/>
              </a:rPr>
              <a:t>- 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1 mẫu ngẫu nhiên biết trước reference value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b="1" baseline="0">
                <a:latin typeface="Arial" charset="0"/>
                <a:ea typeface="돋움" pitchFamily="50" charset="-127"/>
              </a:rPr>
              <a:t>2. How to get the reference value</a:t>
            </a:r>
            <a:r>
              <a:rPr lang="en-US" sz="1200" baseline="0">
                <a:latin typeface="Arial" charset="0"/>
                <a:ea typeface="돋움" pitchFamily="50" charset="-127"/>
              </a:rPr>
              <a:t>? Làm</a:t>
            </a:r>
            <a:r>
              <a:rPr lang="en-US" sz="1200">
                <a:latin typeface="Arial" charset="0"/>
                <a:ea typeface="돋움" pitchFamily="50" charset="-127"/>
              </a:rPr>
              <a:t> sao để có reference value?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-  There</a:t>
            </a:r>
            <a:r>
              <a:rPr lang="en-US" sz="1200" baseline="0">
                <a:latin typeface="Arial" charset="0"/>
                <a:ea typeface="돋움" pitchFamily="50" charset="-127"/>
              </a:rPr>
              <a:t>  are two ways: </a:t>
            </a:r>
            <a:r>
              <a:rPr lang="en-US" sz="1200">
                <a:latin typeface="Arial" charset="0"/>
                <a:ea typeface="돋움" pitchFamily="50" charset="-127"/>
              </a:rPr>
              <a:t>Hai cách: 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i="1">
                <a:latin typeface="Arial" charset="0"/>
                <a:ea typeface="돋움" pitchFamily="50" charset="-127"/>
              </a:rPr>
              <a:t>- First: Use</a:t>
            </a:r>
            <a:r>
              <a:rPr lang="en-US" sz="1200" i="1" baseline="0">
                <a:latin typeface="Arial" charset="0"/>
                <a:ea typeface="돋움" pitchFamily="50" charset="-127"/>
              </a:rPr>
              <a:t> equipment has high </a:t>
            </a:r>
            <a:r>
              <a:rPr lang="en-US" i="1"/>
              <a:t>precision (accuracy)</a:t>
            </a:r>
            <a:r>
              <a:rPr lang="en-US" sz="1200" i="1">
                <a:latin typeface="Arial" charset="0"/>
                <a:ea typeface="돋움" pitchFamily="50" charset="-127"/>
              </a:rPr>
              <a:t> </a:t>
            </a:r>
            <a:r>
              <a:rPr lang="en-US" sz="1200">
                <a:latin typeface="Arial" charset="0"/>
                <a:ea typeface="돋움" pitchFamily="50" charset="-127"/>
              </a:rPr>
              <a:t>Sử dụng thiết bị đo chính xác cao. 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i="1">
                <a:latin typeface="Arial" charset="0"/>
                <a:ea typeface="돋움" pitchFamily="50" charset="-127"/>
              </a:rPr>
              <a:t>- Second:</a:t>
            </a:r>
            <a:r>
              <a:rPr lang="en-US" sz="1200" i="1" baseline="0">
                <a:latin typeface="Arial" charset="0"/>
                <a:ea typeface="돋움" pitchFamily="50" charset="-127"/>
              </a:rPr>
              <a:t> Measure </a:t>
            </a:r>
            <a:r>
              <a:rPr lang="en-US" sz="1200" b="1" i="1" baseline="0">
                <a:latin typeface="Arial" charset="0"/>
                <a:ea typeface="돋움" pitchFamily="50" charset="-127"/>
              </a:rPr>
              <a:t>one sample 10 times</a:t>
            </a:r>
            <a:r>
              <a:rPr lang="en-US" sz="1200" i="1" baseline="0">
                <a:latin typeface="Arial" charset="0"/>
                <a:ea typeface="돋움" pitchFamily="50" charset="-127"/>
              </a:rPr>
              <a:t> with equipment has high </a:t>
            </a:r>
            <a:r>
              <a:rPr lang="en-US" i="1"/>
              <a:t>precision </a:t>
            </a:r>
            <a:r>
              <a:rPr lang="en-US" sz="1200" i="1" baseline="0">
                <a:latin typeface="Arial" charset="0"/>
                <a:ea typeface="돋움" pitchFamily="50" charset="-127"/>
              </a:rPr>
              <a:t>then get mean (average) of these measured values. </a:t>
            </a:r>
            <a:r>
              <a:rPr lang="en-US" sz="1200">
                <a:latin typeface="Arial" charset="0"/>
                <a:ea typeface="돋움" pitchFamily="50" charset="-127"/>
              </a:rPr>
              <a:t>Đo lặp lại part 10 lần với 1 dụng cụ đo chính xác, sau đó lấy trung bình</a:t>
            </a:r>
            <a:endParaRPr kumimoji="1" lang="en-US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3. Cg, Cgk là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gì</a:t>
            </a: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? 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Cg and Cgk are</a:t>
            </a:r>
            <a:r>
              <a:rPr lang="en-US" baseline="0"/>
              <a:t> </a:t>
            </a:r>
            <a:r>
              <a:rPr lang="en-US"/>
              <a:t>Measuring capacity index of measuring equipment</a:t>
            </a:r>
            <a:r>
              <a:rPr lang="en-US" baseline="0"/>
              <a:t>  --- </a:t>
            </a: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Chỉ số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năng lực đo đạc của thiết bị đo</a:t>
            </a:r>
          </a:p>
          <a:p>
            <a:pPr marL="285750" marR="0" indent="-28575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Tiêu chuẩn: Cg,</a:t>
            </a:r>
            <a:r>
              <a:rPr lang="en-US" sz="1200" baseline="0">
                <a:latin typeface="Arial" charset="0"/>
                <a:ea typeface="돋움" pitchFamily="50" charset="-127"/>
              </a:rPr>
              <a:t> </a:t>
            </a:r>
            <a:r>
              <a:rPr lang="en-US" sz="1200">
                <a:latin typeface="Arial" charset="0"/>
                <a:ea typeface="돋움" pitchFamily="50" charset="-127"/>
              </a:rPr>
              <a:t>Cgk &gt;=1.33</a:t>
            </a:r>
            <a:endParaRPr kumimoji="1" lang="en-US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b="1">
                <a:latin typeface="Arial" charset="0"/>
                <a:ea typeface="돋움" pitchFamily="50" charset="-127"/>
              </a:rPr>
              <a:t>4. Phân biệt giữa Cg vs Cgk? </a:t>
            </a: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sz="1200" b="1">
                <a:latin typeface="Arial" charset="0"/>
                <a:ea typeface="돋움" pitchFamily="50" charset="-127"/>
              </a:rPr>
              <a:t>Cg is</a:t>
            </a:r>
            <a:r>
              <a:rPr lang="en-US" sz="1200" b="1" baseline="0">
                <a:latin typeface="Arial" charset="0"/>
                <a:ea typeface="돋움" pitchFamily="50" charset="-127"/>
              </a:rPr>
              <a:t> </a:t>
            </a:r>
            <a:r>
              <a:rPr lang="en-US" sz="1200" b="1">
                <a:latin typeface="Arial" charset="0"/>
                <a:ea typeface="돋움" pitchFamily="50" charset="-127"/>
              </a:rPr>
              <a:t>used when target and data mean are the same,</a:t>
            </a: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sz="1200" b="1">
                <a:latin typeface="Arial" charset="0"/>
                <a:ea typeface="돋움" pitchFamily="50" charset="-127"/>
              </a:rPr>
              <a:t>Cgk is used in case target and data mean is not the same. </a:t>
            </a:r>
            <a:endParaRPr kumimoji="1" lang="en-US" sz="1200" b="1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5. Công thức của Cg &amp;Cgk?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>
              <a:latin typeface="Arial" charset="0"/>
              <a:ea typeface="돋움" pitchFamily="50" charset="-127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Cg=0.2(USL-LSL)/6sigma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Cgk=[0.1(USL-LSL)-(X-Xm)]/3sigma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>
              <a:latin typeface="Arial" charset="0"/>
              <a:ea typeface="돋움" pitchFamily="50" charset="-127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/>
              <a:t>Cp and Cpk are called Process Capability. Pp and Ppk are called Process Performance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/>
              <a:t>The index takes into consideration the fact that your data is maybe not centered.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Arial" charset="0"/>
                <a:ea typeface="돋움" pitchFamily="50" charset="-127"/>
              </a:rPr>
              <a:t>Cg=(USL-LSL)/6sigma within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charset="0"/>
              <a:ea typeface="돋움" pitchFamily="50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Arial" charset="0"/>
                <a:ea typeface="돋움" pitchFamily="50" charset="-127"/>
              </a:rPr>
              <a:t>Cg=(USL-u)/3sigma within, (u-LSL)/3sigma within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>
              <a:latin typeface="Arial" charset="0"/>
              <a:ea typeface="돋움" pitchFamily="50" charset="-127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b="1">
                <a:latin typeface="Arial" charset="0"/>
                <a:ea typeface="돋움" pitchFamily="50" charset="-127"/>
              </a:rPr>
              <a:t>How many method to select sample?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Simple random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Stratified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Systematic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Cluster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Combination</a:t>
            </a: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>
              <a:latin typeface="Arial" charset="0"/>
              <a:ea typeface="돋움" pitchFamily="50" charset="-127"/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Arial" charset="0"/>
                <a:ea typeface="돋움" pitchFamily="50" charset="-127"/>
              </a:rPr>
              <a:t>Tiêu chuẩn resolution &lt;5% lấy đâu ra? –Based</a:t>
            </a:r>
            <a:r>
              <a:rPr lang="en-US" sz="1200" baseline="0">
                <a:latin typeface="Arial" charset="0"/>
                <a:ea typeface="돋움" pitchFamily="50" charset="-127"/>
              </a:rPr>
              <a:t> on the standard of </a:t>
            </a:r>
            <a:r>
              <a:rPr lang="en-US" sz="1200">
                <a:latin typeface="Arial" charset="0"/>
                <a:ea typeface="돋움" pitchFamily="50" charset="-127"/>
              </a:rPr>
              <a:t>GM, Bosch, VDA 5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Arial" charset="0"/>
                <a:ea typeface="돋움" pitchFamily="50" charset="-127"/>
              </a:rPr>
              <a:t>The</a:t>
            </a:r>
            <a:r>
              <a:rPr lang="en-US" sz="1200" baseline="0">
                <a:latin typeface="Arial" charset="0"/>
                <a:ea typeface="돋움" pitchFamily="50" charset="-127"/>
              </a:rPr>
              <a:t> acceptance criteria are less than 5% in GM, Bosch, … and less than 10% in AIAG, so the resolution of the instrument is satisfactory. 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>
                <a:latin typeface="Arial" charset="0"/>
                <a:ea typeface="돋움" pitchFamily="50" charset="-127"/>
              </a:rPr>
              <a:t>Tolerance=T=USL-LSL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>
                <a:latin typeface="Arial" charset="0"/>
                <a:ea typeface="돋움" pitchFamily="50" charset="-127"/>
              </a:rPr>
              <a:t>%RE=RE/T</a:t>
            </a:r>
            <a:endParaRPr lang="en-US" sz="1200">
              <a:latin typeface="Arial" charset="0"/>
              <a:ea typeface="돋움" pitchFamily="50" charset="-127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1430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89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9279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Component</a:t>
            </a:r>
            <a:r>
              <a:rPr lang="en-US" baseline="0"/>
              <a:t> of variation: represents of the percentage of change by item considered: the proportion of Gage R&amp;R is small enough compared to Part to Part.</a:t>
            </a:r>
          </a:p>
          <a:p>
            <a:pPr marL="228600" indent="-228600">
              <a:buAutoNum type="arabicPeriod"/>
            </a:pPr>
            <a:r>
              <a:rPr lang="en-US" baseline="0"/>
              <a:t>R-Chart: Represent the range of measurement of individual measurer. It is desirable that the measurement consistency and repeatability of the measurer, all points are within the control limits</a:t>
            </a:r>
          </a:p>
          <a:p>
            <a:pPr marL="228600" indent="-228600">
              <a:buAutoNum type="arabicPeriod"/>
            </a:pPr>
            <a:r>
              <a:rPr lang="en-US" baseline="0"/>
              <a:t>Data by sample: represent the measured value of each part without distinguishing the measuere. </a:t>
            </a:r>
          </a:p>
          <a:p>
            <a:pPr marL="228600" indent="-228600">
              <a:buAutoNum type="arabicPeriod"/>
            </a:pPr>
            <a:r>
              <a:rPr lang="en-US" baseline="0"/>
              <a:t> Xbar-Chart: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1335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1. P-value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là gì? Minimum of alpha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>
                <a:latin typeface="Arial" charset="0"/>
                <a:ea typeface="돋움" pitchFamily="50" charset="-127"/>
              </a:rPr>
              <a:t>2. Alpha</a:t>
            </a:r>
            <a:r>
              <a:rPr lang="en-US" sz="1200">
                <a:latin typeface="Arial" charset="0"/>
                <a:ea typeface="돋움" pitchFamily="50" charset="-127"/>
              </a:rPr>
              <a:t> is significant level,</a:t>
            </a:r>
            <a:r>
              <a:rPr lang="en-US" sz="1200" baseline="0">
                <a:latin typeface="Arial" charset="0"/>
                <a:ea typeface="돋움" pitchFamily="50" charset="-127"/>
              </a:rPr>
              <a:t> </a:t>
            </a:r>
            <a:r>
              <a:rPr lang="en-US"/>
              <a:t>is the probability to conclude wrong in comparison with reality</a:t>
            </a:r>
            <a:r>
              <a:rPr lang="en-US" baseline="0"/>
              <a:t> --- </a:t>
            </a:r>
            <a:r>
              <a:rPr lang="en-US" sz="1200">
                <a:latin typeface="Arial" charset="0"/>
                <a:ea typeface="돋움" pitchFamily="50" charset="-127"/>
              </a:rPr>
              <a:t>là xác suất để kết luận sai so với thực tế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3. P value of part &lt; 0.05 là ok (sự khác biệt giữa các part là đáng kể)</a:t>
            </a:r>
          </a:p>
          <a:p>
            <a:pPr marL="0" indent="0" latinLnBrk="0">
              <a:buFontTx/>
              <a:buNone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4. P</a:t>
            </a:r>
            <a:r>
              <a:rPr lang="en-US" sz="1200">
                <a:latin typeface="Arial" charset="0"/>
                <a:ea typeface="돋움" pitchFamily="50" charset="-127"/>
              </a:rPr>
              <a:t> value of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operator, p part x operator &gt; 0.05 là ok (ko có sự khác biệt giữa những ng đo)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>
                <a:solidFill>
                  <a:srgbClr val="FF0000"/>
                </a:solidFill>
                <a:latin typeface="Arial" charset="0"/>
                <a:ea typeface="돋움" pitchFamily="50" charset="-127"/>
              </a:rPr>
              <a:t>5. %study var: =%gage variance/Total variance -&gt; đánh giá phương sai do hệ thống đo lường chiếm bao nhiêu % tổng phương sai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>
              <a:solidFill>
                <a:srgbClr val="FF0000"/>
              </a:solidFill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>
                <a:solidFill>
                  <a:srgbClr val="FF0000"/>
                </a:solidFill>
                <a:latin typeface="Arial" charset="0"/>
                <a:ea typeface="돋움" pitchFamily="50" charset="-127"/>
              </a:rPr>
              <a:t>6. %tolerance = 6 x gage var/ Product spec -&gt; thể hiện năng lực đánh giá sản phẩm OK/NG (Part OK đánh giá thành NG và ngược lại)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7. </a:t>
            </a:r>
            <a:r>
              <a:rPr kumimoji="1" 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NDC: number of</a:t>
            </a:r>
            <a:r>
              <a:rPr kumimoji="1" lang="en-US" sz="1200" b="1" i="0" u="none" strike="noStrike" cap="none" normalizeH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 distinct categories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: khả năng phân biệt của hệ thống đo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8. How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to select sample for type III? Sample must be selected from all spec range, include NG sample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Randomly</a:t>
            </a: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selects p parts in the production process ad measures the repeat r times and at least, 5 parts should be selected or p*r&gt;50. 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9. </a:t>
            </a:r>
            <a:r>
              <a:rPr lang="en-US" sz="1200">
                <a:latin typeface="Arial" charset="0"/>
                <a:ea typeface="돋움" pitchFamily="50" charset="-127"/>
              </a:rPr>
              <a:t>What is the condition when measuring sample? </a:t>
            </a:r>
            <a:r>
              <a:rPr lang="en-US" sz="1200">
                <a:solidFill>
                  <a:srgbClr val="FF0000"/>
                </a:solidFill>
                <a:latin typeface="Arial" charset="0"/>
                <a:ea typeface="돋움" pitchFamily="50" charset="-127"/>
                <a:sym typeface="Wingdings" panose="05000000000000000000" pitchFamily="2" charset="2"/>
              </a:rPr>
              <a:t> Blind &amp; Random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%contribution of </a:t>
            </a:r>
            <a:r>
              <a:rPr lang="en-US" sz="1200" b="1">
                <a:latin typeface="Arial" charset="0"/>
                <a:ea typeface="돋움" pitchFamily="50" charset="-127"/>
              </a:rPr>
              <a:t>Part – to – Part: big</a:t>
            </a:r>
            <a:r>
              <a:rPr lang="en-US" sz="1200">
                <a:latin typeface="Arial" charset="0"/>
                <a:ea typeface="돋움" pitchFamily="50" charset="-127"/>
              </a:rPr>
              <a:t>, means the different in measurement data come mainly from part (this is normal)</a:t>
            </a:r>
          </a:p>
          <a:p>
            <a:pPr marL="342900" indent="-342900" latinLnBrk="0">
              <a:buFontTx/>
              <a:buAutoNum type="arabicPeriod"/>
            </a:pPr>
            <a:r>
              <a:rPr lang="en-US" sz="1200">
                <a:latin typeface="Arial" charset="0"/>
                <a:ea typeface="돋움" pitchFamily="50" charset="-127"/>
              </a:rPr>
              <a:t>%contribution of </a:t>
            </a:r>
            <a:r>
              <a:rPr lang="en-US" sz="1200" b="1">
                <a:latin typeface="Arial" charset="0"/>
                <a:ea typeface="돋움" pitchFamily="50" charset="-127"/>
              </a:rPr>
              <a:t>Total </a:t>
            </a:r>
            <a:r>
              <a:rPr kumimoji="1" lang="en-US" sz="12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gage R&amp;R so small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means the variance </a:t>
            </a:r>
            <a:r>
              <a:rPr kumimoji="1" lang="en-US" sz="12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not come 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from measurement system.(good)</a:t>
            </a:r>
          </a:p>
          <a:p>
            <a:pPr marL="342900" indent="-342900" latinLnBrk="0">
              <a:buFontTx/>
              <a:buAutoNum type="arabicPeriod"/>
            </a:pPr>
            <a:r>
              <a:rPr lang="en-US" sz="1200" baseline="0">
                <a:latin typeface="Arial" charset="0"/>
                <a:ea typeface="돋움" pitchFamily="50" charset="-127"/>
              </a:rPr>
              <a:t>%</a:t>
            </a:r>
            <a:r>
              <a:rPr lang="en-US" sz="1200">
                <a:latin typeface="Arial" charset="0"/>
                <a:ea typeface="돋움" pitchFamily="50" charset="-127"/>
              </a:rPr>
              <a:t> repeatability: variance by gage</a:t>
            </a:r>
          </a:p>
          <a:p>
            <a:pPr marL="342900" indent="-342900" latinLnBrk="0">
              <a:buFontTx/>
              <a:buAutoNum type="arabicPeriod"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%</a:t>
            </a: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reproducibility: variance by human</a:t>
            </a:r>
          </a:p>
          <a:p>
            <a:pPr marL="0" indent="0" latinLnBrk="0">
              <a:buFontTx/>
              <a:buNone/>
            </a:pPr>
            <a:endParaRPr kumimoji="1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Điều kiện %study var, % tolerance &lt;10% là ok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Từ 10 – 30% là conditional acceptance (với điều kiện cải tiến là bất khả thi, ko có kinh phí...)</a:t>
            </a: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sz="1200">
                <a:latin typeface="Arial" charset="0"/>
                <a:ea typeface="돋움" pitchFamily="50" charset="-127"/>
              </a:rPr>
              <a:t>NDC &gt;= 5 là ok</a:t>
            </a:r>
          </a:p>
          <a:p>
            <a:pPr marL="0" indent="0" latinLnBrk="0">
              <a:buFontTx/>
              <a:buNone/>
            </a:pPr>
            <a:endParaRPr kumimoji="1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cap="none" normalizeH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Đô</a:t>
            </a: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 lệch chuẩn: standard deviation </a:t>
            </a:r>
            <a:endParaRPr kumimoji="1" lang="en-US" sz="1200" b="0" i="0" u="none" strike="noStrike" cap="none" normalizeH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Phương sai: variance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Repeatability:</a:t>
            </a: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Check nhiệt độ, độ ẩm, mặt phẳng đặt thiết bị do, kết nối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Reproducibility: method training for operator  is wrong or not. </a:t>
            </a:r>
            <a:endParaRPr kumimoji="1" lang="en-US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838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452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570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7898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sz="1200" b="1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sz="1200" b="1" dirty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tiếp</a:t>
                </a:r>
                <a:endParaRPr lang="en-US" sz="1200" dirty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những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sample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đc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lấy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là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giống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hệt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nhau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,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chỉ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tồn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tại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chance cause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trong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mỗi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nhóm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)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sz="12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How do I choose a template for Process Capability?</a:t>
                </a:r>
                <a:br>
                  <a:rPr lang="en-US" dirty="0"/>
                </a:br>
                <a:r>
                  <a:rPr lang="en-US" dirty="0"/>
                  <a:t>- Take in lots, at</a:t>
                </a:r>
                <a:r>
                  <a:rPr lang="en-US" baseline="0" dirty="0"/>
                  <a:t> least5 samples</a:t>
                </a:r>
                <a:r>
                  <a:rPr lang="en-US" dirty="0"/>
                  <a:t>(n &lt;= 5), at fixed intervals of time. Example: every 2 hours for several consecutive days</a:t>
                </a:r>
                <a:r>
                  <a:rPr lang="en-US" baseline="0" dirty="0"/>
                  <a:t> </a:t>
                </a:r>
                <a:r>
                  <a:rPr lang="en-US" dirty="0"/>
                  <a:t>to security conditions</a:t>
                </a:r>
                <a:r>
                  <a:rPr lang="en-US" baseline="0" dirty="0"/>
                  <a:t> </a:t>
                </a:r>
                <a:r>
                  <a:rPr lang="en-US" dirty="0"/>
                  <a:t>of the sample is taken the same, there is only </a:t>
                </a:r>
                <a:r>
                  <a:rPr lang="en-US" b="1" dirty="0"/>
                  <a:t>chance cause </a:t>
                </a:r>
                <a:r>
                  <a:rPr lang="en-US" dirty="0"/>
                  <a:t>in each group)</a:t>
                </a:r>
                <a:br>
                  <a:rPr lang="en-US" dirty="0"/>
                </a:br>
                <a:r>
                  <a:rPr lang="en-US" dirty="0"/>
                  <a:t>Why is n &lt;= 5? Because the 6th child onwards is not the same as a security condition</a:t>
                </a:r>
                <a:r>
                  <a:rPr lang="en-US" baseline="0" dirty="0"/>
                  <a:t> </a:t>
                </a:r>
                <a:r>
                  <a:rPr lang="en-US" dirty="0"/>
                  <a:t>as the first first.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Arial" charset="0"/>
                    <a:ea typeface="돋움" pitchFamily="50" charset="-127"/>
                  </a:rPr>
                  <a:t>3. </a:t>
                </a:r>
                <a:r>
                  <a:rPr lang="en-US" sz="1200" b="1" dirty="0">
                    <a:latin typeface="Arial" charset="0"/>
                    <a:ea typeface="돋움" pitchFamily="50" charset="-127"/>
                  </a:rPr>
                  <a:t>Why use </a:t>
                </a:r>
                <a:r>
                  <a:rPr kumimoji="1" lang="en-US" sz="1200" b="1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control chart?</a:t>
                </a:r>
                <a:r>
                  <a:rPr kumimoji="1" lang="en-US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Control chart used to </a:t>
                </a:r>
                <a:r>
                  <a:rPr lang="en-US" sz="1200" b="1" dirty="0">
                    <a:latin typeface="Arial" charset="0"/>
                    <a:ea typeface="돋움" pitchFamily="50" charset="-127"/>
                  </a:rPr>
                  <a:t>detect abnormal of the process 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at earlier stage</a:t>
                </a:r>
                <a:endParaRPr lang="en-US" sz="1200" baseline="0" dirty="0">
                  <a:latin typeface="Arial" charset="0"/>
                  <a:ea typeface="돋움" pitchFamily="50" charset="-127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những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sample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đc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lấy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là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giống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hệt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nhau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,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chỉ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tồn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tại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chance cause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trong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mỗi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nhóm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)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smtClean="0"/>
                  <a:t>How do I choose a template for Process Capability?</a:t>
                </a:r>
                <a:br>
                  <a:rPr lang="en-US" dirty="0" smtClean="0"/>
                </a:br>
                <a:r>
                  <a:rPr lang="en-US" dirty="0" smtClean="0"/>
                  <a:t>- Take in lots, at</a:t>
                </a:r>
                <a:r>
                  <a:rPr lang="en-US" baseline="0" dirty="0" smtClean="0"/>
                  <a:t> least5 samples</a:t>
                </a:r>
                <a:r>
                  <a:rPr lang="en-US" dirty="0" smtClean="0"/>
                  <a:t>(n &lt;= 5), at fixed intervals of time. Example: every 2 hours for several consecutive days</a:t>
                </a:r>
                <a:r>
                  <a:rPr lang="en-US" baseline="0" dirty="0" smtClean="0"/>
                  <a:t> </a:t>
                </a:r>
                <a:r>
                  <a:rPr lang="en-US" dirty="0" smtClean="0"/>
                  <a:t>to security conditions</a:t>
                </a:r>
                <a:r>
                  <a:rPr lang="en-US" baseline="0" dirty="0" smtClean="0"/>
                  <a:t> </a:t>
                </a:r>
                <a:r>
                  <a:rPr lang="en-US" dirty="0" smtClean="0"/>
                  <a:t>of the sample is taken the same, there is only </a:t>
                </a:r>
                <a:r>
                  <a:rPr lang="en-US" b="1" dirty="0" smtClean="0"/>
                  <a:t>chance cause </a:t>
                </a:r>
                <a:r>
                  <a:rPr lang="en-US" dirty="0" smtClean="0"/>
                  <a:t>in each group)</a:t>
                </a:r>
                <a:br>
                  <a:rPr lang="en-US" dirty="0" smtClean="0"/>
                </a:br>
                <a:r>
                  <a:rPr lang="en-US" dirty="0" smtClean="0"/>
                  <a:t>Why is n &lt;= 5? Because the 6th child onwards is not the same as a security condition</a:t>
                </a:r>
                <a:r>
                  <a:rPr lang="en-US" baseline="0" dirty="0" smtClean="0"/>
                  <a:t> </a:t>
                </a:r>
                <a:r>
                  <a:rPr lang="en-US" dirty="0" smtClean="0"/>
                  <a:t>as the first first.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3. </a:t>
                </a:r>
                <a:r>
                  <a:rPr lang="en-US" sz="1200" b="1" dirty="0" smtClean="0">
                    <a:latin typeface="Arial" charset="0"/>
                    <a:ea typeface="돋움" pitchFamily="50" charset="-127"/>
                  </a:rPr>
                  <a:t>Why use </a:t>
                </a:r>
                <a:r>
                  <a:rPr kumimoji="1" lang="en-US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control chart?</a:t>
                </a:r>
                <a:r>
                  <a:rPr kumimoji="1" lang="en-US" sz="12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Control chart used to </a:t>
                </a:r>
                <a:r>
                  <a:rPr lang="en-US" sz="1200" b="1" dirty="0" smtClean="0">
                    <a:latin typeface="Arial" charset="0"/>
                    <a:ea typeface="돋움" pitchFamily="50" charset="-127"/>
                  </a:rPr>
                  <a:t>detect abnormal of the process 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at earlier stage</a:t>
                </a:r>
                <a:endParaRPr lang="en-US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lang="en-US"/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457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1. </a:t>
            </a:r>
            <a:r>
              <a:rPr lang="en-US" sz="1200" b="1">
                <a:latin typeface="Arial" charset="0"/>
                <a:ea typeface="돋움" pitchFamily="50" charset="-127"/>
              </a:rPr>
              <a:t>Why run Normality test? </a:t>
            </a:r>
            <a:r>
              <a:rPr lang="en-US" sz="1200">
                <a:latin typeface="Arial" charset="0"/>
                <a:ea typeface="돋움" pitchFamily="50" charset="-127"/>
              </a:rPr>
              <a:t>To check the data sample follow normal distribution or not. In hypothesis test, H0: data follow nor.dist, H1: don’t follow nor.dist.</a:t>
            </a:r>
          </a:p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We need H0, so p-value must &gt;0.05.</a:t>
            </a:r>
          </a:p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 Cp, Cpk là gì? – are used to determine the process capability in Mass production</a:t>
            </a:r>
            <a:r>
              <a:rPr lang="en-US" sz="1200" baseline="0">
                <a:latin typeface="Arial" charset="0"/>
                <a:ea typeface="돋움" pitchFamily="50" charset="-127"/>
              </a:rPr>
              <a:t> stage. </a:t>
            </a:r>
            <a:r>
              <a:rPr lang="en-US" sz="1200">
                <a:latin typeface="Arial" charset="0"/>
                <a:ea typeface="돋움" pitchFamily="50" charset="-127"/>
              </a:rPr>
              <a:t>Chỉ số đánh giá năng lực quy trình.</a:t>
            </a:r>
          </a:p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Cp</a:t>
            </a:r>
            <a:r>
              <a:rPr lang="en-US" altLang="ko-KR" sz="1200">
                <a:ea typeface="LG스마트체 Regular" pitchFamily="34" charset="-127"/>
              </a:rPr>
              <a:t> ≥ 1.67, 1.33, 1.0 (tùy hạng mục CC hay FC) là ok</a:t>
            </a:r>
          </a:p>
          <a:p>
            <a:pPr algn="l" latinLnBrk="0"/>
            <a:r>
              <a:rPr lang="en-US" sz="1200">
                <a:latin typeface="Arial" charset="0"/>
                <a:ea typeface="LG스마트체 Regular" pitchFamily="34" charset="-127"/>
              </a:rPr>
              <a:t>Cpk </a:t>
            </a:r>
            <a:r>
              <a:rPr lang="en-US" altLang="ko-KR" sz="1200">
                <a:ea typeface="LG스마트체 Regular" pitchFamily="34" charset="-127"/>
              </a:rPr>
              <a:t>≥ 1.67, 1.33, 1.0 (tùy hạng mục CC hay FC) là ok</a:t>
            </a:r>
          </a:p>
          <a:p>
            <a:pPr algn="l" latinLnBrk="0"/>
            <a:r>
              <a:rPr lang="en-US" sz="1200">
                <a:latin typeface="Arial" charset="0"/>
                <a:ea typeface="LG스마트체 Regular" pitchFamily="34" charset="-127"/>
              </a:rPr>
              <a:t>Cp cpk nhỏ hơn điều kiện trên =&gt; cải tiến</a:t>
            </a:r>
          </a:p>
          <a:p>
            <a:pPr algn="l" latinLnBrk="0"/>
            <a:r>
              <a:rPr lang="en-US" sz="1200" b="1">
                <a:latin typeface="Arial" charset="0"/>
                <a:ea typeface="돋움" pitchFamily="50" charset="-127"/>
              </a:rPr>
              <a:t>2. Phân biệt giữa Cp vs Cpk? Cp use when target is centered, Cpk used in case target is not centered.</a:t>
            </a:r>
          </a:p>
          <a:p>
            <a:pPr latinLnBrk="0"/>
            <a:r>
              <a:rPr lang="en-US" sz="1200" b="1">
                <a:latin typeface="Arial" charset="0"/>
                <a:ea typeface="돋움" pitchFamily="50" charset="-127"/>
              </a:rPr>
              <a:t>3. </a:t>
            </a:r>
            <a:r>
              <a:rPr lang="en-US" sz="1200">
                <a:latin typeface="Arial" charset="0"/>
                <a:ea typeface="돋움" pitchFamily="50" charset="-127"/>
              </a:rPr>
              <a:t>Different between Cp &amp; Pp (Cpk &amp; Ppk)?</a:t>
            </a:r>
          </a:p>
          <a:p>
            <a:pPr latinLnBrk="0"/>
            <a:r>
              <a:rPr lang="en-US" sz="1200">
                <a:latin typeface="Arial" charset="0"/>
                <a:ea typeface="돋움" pitchFamily="50" charset="-127"/>
              </a:rPr>
              <a:t>- Pp, Ppk are used in </a:t>
            </a:r>
            <a:r>
              <a:rPr lang="en-US" sz="1200" b="1">
                <a:latin typeface="Arial" charset="0"/>
                <a:ea typeface="돋움" pitchFamily="50" charset="-127"/>
              </a:rPr>
              <a:t>development</a:t>
            </a:r>
            <a:r>
              <a:rPr lang="en-US" sz="1200">
                <a:latin typeface="Arial" charset="0"/>
                <a:ea typeface="돋움" pitchFamily="50" charset="-127"/>
              </a:rPr>
              <a:t> stage, when process is unstable, Cp,</a:t>
            </a:r>
            <a:r>
              <a:rPr lang="en-US" sz="1200" baseline="0">
                <a:latin typeface="Arial" charset="0"/>
                <a:ea typeface="돋움" pitchFamily="50" charset="-127"/>
              </a:rPr>
              <a:t> Cpk are used in </a:t>
            </a:r>
            <a:r>
              <a:rPr lang="en-US" sz="1200" b="1" baseline="0">
                <a:latin typeface="Arial" charset="0"/>
                <a:ea typeface="돋움" pitchFamily="50" charset="-127"/>
              </a:rPr>
              <a:t>Mass Production </a:t>
            </a:r>
            <a:r>
              <a:rPr lang="en-US" sz="1200" baseline="0">
                <a:latin typeface="Arial" charset="0"/>
                <a:ea typeface="돋움" pitchFamily="50" charset="-127"/>
              </a:rPr>
              <a:t>stage</a:t>
            </a:r>
            <a:endParaRPr lang="en-US" sz="1200" b="1">
              <a:latin typeface="Arial" charset="0"/>
              <a:ea typeface="돋움" pitchFamily="50" charset="-12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0355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sz="1200" b="1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sz="1200" b="1" dirty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tiếp</a:t>
                </a:r>
                <a:endParaRPr lang="en-US" sz="1200" dirty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những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sample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đc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lấy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là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giống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hệt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nhau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,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chỉ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tồn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tại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chance cause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trong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mỗi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nhóm</a:t>
                </a:r>
                <a:r>
                  <a:rPr kumimoji="1" lang="en-US" sz="12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)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sz="12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How do I choose a template for Process Capability?</a:t>
                </a:r>
                <a:br>
                  <a:rPr lang="en-US" dirty="0"/>
                </a:br>
                <a:r>
                  <a:rPr lang="en-US" dirty="0"/>
                  <a:t>- Take in lots, at</a:t>
                </a:r>
                <a:r>
                  <a:rPr lang="en-US" baseline="0" dirty="0"/>
                  <a:t> least5 samples</a:t>
                </a:r>
                <a:r>
                  <a:rPr lang="en-US" dirty="0"/>
                  <a:t>(n &lt;= 5), at fixed intervals of time. Example: every 2 hours for several consecutive days</a:t>
                </a:r>
                <a:r>
                  <a:rPr lang="en-US" baseline="0" dirty="0"/>
                  <a:t> </a:t>
                </a:r>
                <a:r>
                  <a:rPr lang="en-US" dirty="0"/>
                  <a:t>to security conditions</a:t>
                </a:r>
                <a:r>
                  <a:rPr lang="en-US" baseline="0" dirty="0"/>
                  <a:t> </a:t>
                </a:r>
                <a:r>
                  <a:rPr lang="en-US" dirty="0"/>
                  <a:t>of the sample is taken the same, there is only </a:t>
                </a:r>
                <a:r>
                  <a:rPr lang="en-US" b="1" dirty="0"/>
                  <a:t>chance cause </a:t>
                </a:r>
                <a:r>
                  <a:rPr lang="en-US" dirty="0"/>
                  <a:t>in each group)</a:t>
                </a:r>
                <a:br>
                  <a:rPr lang="en-US" dirty="0"/>
                </a:br>
                <a:r>
                  <a:rPr lang="en-US" dirty="0"/>
                  <a:t>Why is n &lt;= 5? Because the 6th child onwards is not the same as a security condition</a:t>
                </a:r>
                <a:r>
                  <a:rPr lang="en-US" baseline="0" dirty="0"/>
                  <a:t> </a:t>
                </a:r>
                <a:r>
                  <a:rPr lang="en-US" dirty="0"/>
                  <a:t>as the first first.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Arial" charset="0"/>
                    <a:ea typeface="돋움" pitchFamily="50" charset="-127"/>
                  </a:rPr>
                  <a:t>3. </a:t>
                </a:r>
                <a:r>
                  <a:rPr lang="en-US" sz="1200" b="1" dirty="0">
                    <a:latin typeface="Arial" charset="0"/>
                    <a:ea typeface="돋움" pitchFamily="50" charset="-127"/>
                  </a:rPr>
                  <a:t>Why use </a:t>
                </a:r>
                <a:r>
                  <a:rPr kumimoji="1" lang="en-US" sz="1200" b="1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control chart?</a:t>
                </a:r>
                <a:r>
                  <a:rPr kumimoji="1" lang="en-US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Control chart used to </a:t>
                </a:r>
                <a:r>
                  <a:rPr lang="en-US" sz="1200" b="1" dirty="0">
                    <a:latin typeface="Arial" charset="0"/>
                    <a:ea typeface="돋움" pitchFamily="50" charset="-127"/>
                  </a:rPr>
                  <a:t>detect abnormal of the process </a:t>
                </a:r>
                <a:r>
                  <a:rPr lang="en-US" sz="1200" dirty="0">
                    <a:latin typeface="Arial" charset="0"/>
                    <a:ea typeface="돋움" pitchFamily="50" charset="-127"/>
                  </a:rPr>
                  <a:t>at earlier stage</a:t>
                </a:r>
                <a:endParaRPr lang="en-US" sz="1200" baseline="0" dirty="0">
                  <a:latin typeface="Arial" charset="0"/>
                  <a:ea typeface="돋움" pitchFamily="50" charset="-127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những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sample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đc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lấy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là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giống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hệt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nhau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,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chỉ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tồn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tại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chance cause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trong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mỗi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nhóm</a:t>
                </a:r>
                <a:r>
                  <a:rPr kumimoji="1" lang="en-US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)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smtClean="0"/>
                  <a:t>How do I choose a template for Process Capability?</a:t>
                </a:r>
                <a:br>
                  <a:rPr lang="en-US" dirty="0" smtClean="0"/>
                </a:br>
                <a:r>
                  <a:rPr lang="en-US" dirty="0" smtClean="0"/>
                  <a:t>- Take in lots, at</a:t>
                </a:r>
                <a:r>
                  <a:rPr lang="en-US" baseline="0" dirty="0" smtClean="0"/>
                  <a:t> least5 samples</a:t>
                </a:r>
                <a:r>
                  <a:rPr lang="en-US" dirty="0" smtClean="0"/>
                  <a:t>(n &lt;= 5), at fixed intervals of time. Example: every 2 hours for several consecutive days</a:t>
                </a:r>
                <a:r>
                  <a:rPr lang="en-US" baseline="0" dirty="0" smtClean="0"/>
                  <a:t> </a:t>
                </a:r>
                <a:r>
                  <a:rPr lang="en-US" dirty="0" smtClean="0"/>
                  <a:t>to security conditions</a:t>
                </a:r>
                <a:r>
                  <a:rPr lang="en-US" baseline="0" dirty="0" smtClean="0"/>
                  <a:t> </a:t>
                </a:r>
                <a:r>
                  <a:rPr lang="en-US" dirty="0" smtClean="0"/>
                  <a:t>of the sample is taken the same, there is only </a:t>
                </a:r>
                <a:r>
                  <a:rPr lang="en-US" b="1" dirty="0" smtClean="0"/>
                  <a:t>chance cause </a:t>
                </a:r>
                <a:r>
                  <a:rPr lang="en-US" dirty="0" smtClean="0"/>
                  <a:t>in each group)</a:t>
                </a:r>
                <a:br>
                  <a:rPr lang="en-US" dirty="0" smtClean="0"/>
                </a:br>
                <a:r>
                  <a:rPr lang="en-US" dirty="0" smtClean="0"/>
                  <a:t>Why is n &lt;= 5? Because the 6th child onwards is not the same as a security condition</a:t>
                </a:r>
                <a:r>
                  <a:rPr lang="en-US" baseline="0" dirty="0" smtClean="0"/>
                  <a:t> </a:t>
                </a:r>
                <a:r>
                  <a:rPr lang="en-US" dirty="0" smtClean="0"/>
                  <a:t>as the first first.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3. </a:t>
                </a:r>
                <a:r>
                  <a:rPr lang="en-US" sz="1200" b="1" dirty="0" smtClean="0">
                    <a:latin typeface="Arial" charset="0"/>
                    <a:ea typeface="돋움" pitchFamily="50" charset="-127"/>
                  </a:rPr>
                  <a:t>Why use </a:t>
                </a:r>
                <a:r>
                  <a:rPr kumimoji="1" lang="en-US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control chart?</a:t>
                </a:r>
                <a:r>
                  <a:rPr kumimoji="1" lang="en-US" sz="12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Control chart used to </a:t>
                </a:r>
                <a:r>
                  <a:rPr lang="en-US" sz="1200" b="1" dirty="0" smtClean="0">
                    <a:latin typeface="Arial" charset="0"/>
                    <a:ea typeface="돋움" pitchFamily="50" charset="-127"/>
                  </a:rPr>
                  <a:t>detect abnormal of the process </a:t>
                </a:r>
                <a:r>
                  <a:rPr lang="en-US" sz="1200" dirty="0" smtClean="0">
                    <a:latin typeface="Arial" charset="0"/>
                    <a:ea typeface="돋움" pitchFamily="50" charset="-127"/>
                  </a:rPr>
                  <a:t>at earlier stage</a:t>
                </a:r>
                <a:endParaRPr lang="en-US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lang="en-US"/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4447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1. </a:t>
            </a:r>
            <a:r>
              <a:rPr lang="en-US" sz="1200" b="1">
                <a:latin typeface="Arial" charset="0"/>
                <a:ea typeface="돋움" pitchFamily="50" charset="-127"/>
              </a:rPr>
              <a:t>Why run Normality test? </a:t>
            </a:r>
            <a:r>
              <a:rPr lang="en-US" sz="1200">
                <a:latin typeface="Arial" charset="0"/>
                <a:ea typeface="돋움" pitchFamily="50" charset="-127"/>
              </a:rPr>
              <a:t>To check the data sample follow normal distribution or not. In hypothesis test, H0: data follow nor.dist, H1: don’t follow nor.dist.</a:t>
            </a:r>
          </a:p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We need H0, so p-value must &gt;0.05.</a:t>
            </a:r>
          </a:p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 Cp, Cpk là gì? – are used to determine the process capability in Mass production</a:t>
            </a:r>
            <a:r>
              <a:rPr lang="en-US" sz="1200" baseline="0">
                <a:latin typeface="Arial" charset="0"/>
                <a:ea typeface="돋움" pitchFamily="50" charset="-127"/>
              </a:rPr>
              <a:t> stage. </a:t>
            </a:r>
            <a:r>
              <a:rPr lang="en-US" sz="1200">
                <a:latin typeface="Arial" charset="0"/>
                <a:ea typeface="돋움" pitchFamily="50" charset="-127"/>
              </a:rPr>
              <a:t>Chỉ số đánh giá năng lực quy trình.</a:t>
            </a:r>
          </a:p>
          <a:p>
            <a:pPr algn="l" latinLnBrk="0"/>
            <a:r>
              <a:rPr lang="en-US" sz="1200">
                <a:latin typeface="Arial" charset="0"/>
                <a:ea typeface="돋움" pitchFamily="50" charset="-127"/>
              </a:rPr>
              <a:t>Cp</a:t>
            </a:r>
            <a:r>
              <a:rPr lang="en-US" altLang="ko-KR" sz="1200">
                <a:ea typeface="LG스마트체 Regular" pitchFamily="34" charset="-127"/>
              </a:rPr>
              <a:t> ≥ 1.67, 1.33, 1.0 (tùy hạng mục CC hay FC) là ok</a:t>
            </a:r>
          </a:p>
          <a:p>
            <a:pPr algn="l" latinLnBrk="0"/>
            <a:r>
              <a:rPr lang="en-US" sz="1200">
                <a:latin typeface="Arial" charset="0"/>
                <a:ea typeface="LG스마트체 Regular" pitchFamily="34" charset="-127"/>
              </a:rPr>
              <a:t>Cpk </a:t>
            </a:r>
            <a:r>
              <a:rPr lang="en-US" altLang="ko-KR" sz="1200">
                <a:ea typeface="LG스마트체 Regular" pitchFamily="34" charset="-127"/>
              </a:rPr>
              <a:t>≥ 1.67, 1.33, 1.0 (tùy hạng mục CC hay FC) là ok</a:t>
            </a:r>
          </a:p>
          <a:p>
            <a:pPr algn="l" latinLnBrk="0"/>
            <a:r>
              <a:rPr lang="en-US" sz="1200">
                <a:latin typeface="Arial" charset="0"/>
                <a:ea typeface="LG스마트체 Regular" pitchFamily="34" charset="-127"/>
              </a:rPr>
              <a:t>Cp cpk nhỏ hơn điều kiện trên =&gt; cải tiến</a:t>
            </a:r>
          </a:p>
          <a:p>
            <a:pPr algn="l" latinLnBrk="0"/>
            <a:r>
              <a:rPr lang="en-US" sz="1200" b="1">
                <a:latin typeface="Arial" charset="0"/>
                <a:ea typeface="돋움" pitchFamily="50" charset="-127"/>
              </a:rPr>
              <a:t>2. Phân biệt giữa Cp vs Cpk? Cp use when target is centered, Cpk used in case target is not centered.</a:t>
            </a:r>
          </a:p>
          <a:p>
            <a:pPr latinLnBrk="0"/>
            <a:r>
              <a:rPr lang="en-US" sz="1200" b="1">
                <a:latin typeface="Arial" charset="0"/>
                <a:ea typeface="돋움" pitchFamily="50" charset="-127"/>
              </a:rPr>
              <a:t>3. </a:t>
            </a:r>
            <a:r>
              <a:rPr lang="en-US" sz="1200">
                <a:latin typeface="Arial" charset="0"/>
                <a:ea typeface="돋움" pitchFamily="50" charset="-127"/>
              </a:rPr>
              <a:t>Different between Cp &amp; Pp (Cpk &amp; Ppk)?</a:t>
            </a:r>
          </a:p>
          <a:p>
            <a:pPr latinLnBrk="0"/>
            <a:r>
              <a:rPr lang="en-US" sz="1200">
                <a:latin typeface="Arial" charset="0"/>
                <a:ea typeface="돋움" pitchFamily="50" charset="-127"/>
              </a:rPr>
              <a:t>- Pp, Ppk are used in </a:t>
            </a:r>
            <a:r>
              <a:rPr lang="en-US" sz="1200" b="1">
                <a:latin typeface="Arial" charset="0"/>
                <a:ea typeface="돋움" pitchFamily="50" charset="-127"/>
              </a:rPr>
              <a:t>development</a:t>
            </a:r>
            <a:r>
              <a:rPr lang="en-US" sz="1200">
                <a:latin typeface="Arial" charset="0"/>
                <a:ea typeface="돋움" pitchFamily="50" charset="-127"/>
              </a:rPr>
              <a:t> stage, when process is unstable, Cp,</a:t>
            </a:r>
            <a:r>
              <a:rPr lang="en-US" sz="1200" baseline="0">
                <a:latin typeface="Arial" charset="0"/>
                <a:ea typeface="돋움" pitchFamily="50" charset="-127"/>
              </a:rPr>
              <a:t> Cpk are used in </a:t>
            </a:r>
            <a:r>
              <a:rPr lang="en-US" sz="1200" b="1" baseline="0">
                <a:latin typeface="Arial" charset="0"/>
                <a:ea typeface="돋움" pitchFamily="50" charset="-127"/>
              </a:rPr>
              <a:t>Mass Production </a:t>
            </a:r>
            <a:r>
              <a:rPr lang="en-US" sz="1200" baseline="0">
                <a:latin typeface="Arial" charset="0"/>
                <a:ea typeface="돋움" pitchFamily="50" charset="-127"/>
              </a:rPr>
              <a:t>stage</a:t>
            </a:r>
            <a:endParaRPr lang="en-US" sz="1200" b="1">
              <a:latin typeface="Arial" charset="0"/>
              <a:ea typeface="돋움" pitchFamily="50" charset="-12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9715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6955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573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83631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263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5093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04038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443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0967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88887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3432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1970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제목을 입력 하세요</a:t>
            </a:r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28864" y="6542599"/>
            <a:ext cx="2133600" cy="293117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CCB65402-AEF5-4D26-A49C-7368E264DDA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47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4F093-85E3-4077-80AF-B10359088A98}" type="slidenum">
              <a:rPr lang="ko-KR" altLang="en-US" sz="1200">
                <a:solidFill>
                  <a:srgbClr val="000000"/>
                </a:solidFill>
                <a:latin typeface="Arial" charset="0"/>
                <a:ea typeface="돋움" pitchFamily="50" charset="-127"/>
              </a:rPr>
              <a:pPr>
                <a:defRPr/>
              </a:pPr>
              <a:t>‹#›</a:t>
            </a:fld>
            <a:endParaRPr lang="ko-KR" altLang="en-US" sz="1200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53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fld id="{9BFF983A-EC0A-4770-8E0B-A2C9B8B7F425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260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4"/>
          <p:cNvSpPr>
            <a:spLocks noChangeShapeType="1"/>
          </p:cNvSpPr>
          <p:nvPr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3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제목을 입력 하세요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37B47-66E6-B913-13F9-3F66CFD1465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94" r:id="rId1"/>
    <p:sldLayoutId id="2147485197" r:id="rId2"/>
    <p:sldLayoutId id="2147485198" r:id="rId3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b="1">
          <a:solidFill>
            <a:schemeClr val="tx1"/>
          </a:solidFill>
          <a:latin typeface="+mn-lt"/>
          <a:ea typeface="돋움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charset="-127"/>
          <a:ea typeface="굴림" charset="-127"/>
        </a:defRPr>
      </a:lvl2pPr>
      <a:lvl3pPr marL="1147763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charset="-127"/>
          <a:ea typeface="굴림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charset="-127"/>
          <a:ea typeface="굴림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Relationship Id="rId9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6.xml"/><Relationship Id="rId11" Type="http://schemas.openxmlformats.org/officeDocument/2006/relationships/slide" Target="slide20.xml"/><Relationship Id="rId5" Type="http://schemas.openxmlformats.org/officeDocument/2006/relationships/diagramQuickStyle" Target="../diagrams/quickStyle16.xml"/><Relationship Id="rId10" Type="http://schemas.openxmlformats.org/officeDocument/2006/relationships/slide" Target="slide23.xml"/><Relationship Id="rId4" Type="http://schemas.openxmlformats.org/officeDocument/2006/relationships/diagramLayout" Target="../diagrams/layout16.xml"/><Relationship Id="rId9" Type="http://schemas.openxmlformats.org/officeDocument/2006/relationships/slide" Target="slide2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8.xml"/><Relationship Id="rId11" Type="http://schemas.openxmlformats.org/officeDocument/2006/relationships/image" Target="../media/image19.png"/><Relationship Id="rId5" Type="http://schemas.openxmlformats.org/officeDocument/2006/relationships/diagramQuickStyle" Target="../diagrams/quickStyle18.xml"/><Relationship Id="rId10" Type="http://schemas.openxmlformats.org/officeDocument/2006/relationships/image" Target="../media/image18.png"/><Relationship Id="rId4" Type="http://schemas.openxmlformats.org/officeDocument/2006/relationships/diagramLayout" Target="../diagrams/layout18.xml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0.xml"/><Relationship Id="rId3" Type="http://schemas.openxmlformats.org/officeDocument/2006/relationships/image" Target="../media/image23.png"/><Relationship Id="rId7" Type="http://schemas.openxmlformats.org/officeDocument/2006/relationships/diagramQuickStyle" Target="../diagrams/quickStyle2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0.xml"/><Relationship Id="rId5" Type="http://schemas.openxmlformats.org/officeDocument/2006/relationships/diagramData" Target="../diagrams/data20.xml"/><Relationship Id="rId10" Type="http://schemas.openxmlformats.org/officeDocument/2006/relationships/slide" Target="slide18.xml"/><Relationship Id="rId4" Type="http://schemas.openxmlformats.org/officeDocument/2006/relationships/image" Target="../media/image24.png"/><Relationship Id="rId9" Type="http://schemas.microsoft.com/office/2007/relationships/diagramDrawing" Target="../diagrams/drawing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Relationship Id="rId9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3871" y="332656"/>
            <a:ext cx="9906000" cy="36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6856" y="1556792"/>
            <a:ext cx="259228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b="1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1.  Define    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1) Define Issue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2) NG Rate &amp; PPM</a:t>
            </a:r>
          </a:p>
          <a:p>
            <a:pPr marL="342900" indent="-342900"/>
            <a:r>
              <a:rPr lang="en-US" altLang="ko-KR" b="1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2.  Measurement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1) Gage R&amp;R outline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2) Type 1 Study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3) Type 2 Study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4) Process Capability Review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5) Conclusion</a:t>
            </a:r>
          </a:p>
          <a:p>
            <a:pPr marL="342900" indent="-342900"/>
            <a:r>
              <a:rPr lang="en-US" altLang="ko-KR" b="1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3.  Analyze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  1) Find the Root Cause</a:t>
            </a:r>
            <a:endParaRPr lang="en-US" altLang="ko-KR" b="1" dirty="0">
              <a:solidFill>
                <a:prstClr val="black"/>
              </a:solidFill>
              <a:latin typeface="+mn-lt"/>
              <a:ea typeface="LG스마트체 Regular" panose="020B0600000101010101" pitchFamily="50" charset="-127"/>
            </a:endParaRPr>
          </a:p>
          <a:p>
            <a:pPr marL="342900" indent="-342900"/>
            <a:r>
              <a:rPr lang="en-US" altLang="ko-KR" b="1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4.  Improvement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1) Improvement activity</a:t>
            </a:r>
          </a:p>
          <a:p>
            <a:pPr marL="342900" indent="-342900"/>
            <a:r>
              <a:rPr lang="en-US" altLang="ko-KR" sz="1400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  2) Check Process Capability</a:t>
            </a:r>
          </a:p>
          <a:p>
            <a:pPr marL="342900" indent="-342900"/>
            <a:r>
              <a:rPr lang="en-US" altLang="ko-KR" b="1" dirty="0">
                <a:solidFill>
                  <a:prstClr val="black"/>
                </a:solidFill>
                <a:latin typeface="+mn-lt"/>
                <a:ea typeface="LG스마트체 Regular" panose="020B0600000101010101" pitchFamily="50" charset="-127"/>
              </a:rPr>
              <a:t>5.  Control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255658" y="548680"/>
            <a:ext cx="5394684" cy="7560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lIns="91393" tIns="45698" rIns="91393" bIns="45698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2800" b="1" dirty="0">
                <a:solidFill>
                  <a:srgbClr val="000000"/>
                </a:solidFill>
                <a:latin typeface="+mj-lt"/>
                <a:ea typeface="LG스마트체 Regular" panose="020B0600000101010101" pitchFamily="50" charset="-127"/>
              </a:rPr>
              <a:t>6 Sigma Assignment</a:t>
            </a:r>
            <a:endParaRPr lang="ko-KR" altLang="en-US" sz="2800" b="1" dirty="0">
              <a:solidFill>
                <a:srgbClr val="000000"/>
              </a:solidFill>
              <a:latin typeface="+mj-lt"/>
              <a:ea typeface="LG스마트체 Regular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14700" y="5745644"/>
            <a:ext cx="3276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400" kern="0" dirty="0">
                <a:solidFill>
                  <a:srgbClr val="333333"/>
                </a:solidFill>
                <a:latin typeface="+mj-lt"/>
                <a:ea typeface="LG스마트체 Regular" panose="020B0600000101010101" pitchFamily="50" charset="-127"/>
              </a:rPr>
              <a:t>2022.31.05</a:t>
            </a:r>
          </a:p>
          <a:p>
            <a:pPr algn="ctr"/>
            <a:r>
              <a:rPr kumimoji="0" lang="en-US" sz="1400" kern="0" dirty="0">
                <a:solidFill>
                  <a:srgbClr val="333333"/>
                </a:solidFill>
                <a:latin typeface="+mj-lt"/>
                <a:ea typeface="LG스마트체 Regular" panose="020B0600000101010101" pitchFamily="50" charset="-127"/>
              </a:rPr>
              <a:t>6 Sigma GB assignment</a:t>
            </a:r>
          </a:p>
          <a:p>
            <a:pPr algn="ctr"/>
            <a:r>
              <a:rPr kumimoji="0" lang="en-US" sz="1400" kern="0" dirty="0">
                <a:solidFill>
                  <a:srgbClr val="333333"/>
                </a:solidFill>
                <a:latin typeface="+mj-lt"/>
                <a:ea typeface="LG스마트체 Regular" panose="020B0600000101010101" pitchFamily="50" charset="-127"/>
              </a:rPr>
              <a:t>IVI LD – Vu Minh </a:t>
            </a:r>
            <a:r>
              <a:rPr kumimoji="0" lang="en-US" sz="1400" kern="0" dirty="0" err="1">
                <a:solidFill>
                  <a:srgbClr val="333333"/>
                </a:solidFill>
                <a:latin typeface="+mj-lt"/>
                <a:ea typeface="LG스마트체 Regular" panose="020B0600000101010101" pitchFamily="50" charset="-127"/>
              </a:rPr>
              <a:t>Vuong</a:t>
            </a:r>
            <a:endParaRPr kumimoji="0" lang="en-US" sz="1400" kern="0" dirty="0">
              <a:solidFill>
                <a:srgbClr val="333333"/>
              </a:solidFill>
              <a:latin typeface="+mj-lt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749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roup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344747"/>
              </p:ext>
            </p:extLst>
          </p:nvPr>
        </p:nvGraphicFramePr>
        <p:xfrm>
          <a:off x="130175" y="685801"/>
          <a:ext cx="9609171" cy="5791199"/>
        </p:xfrm>
        <a:graphic>
          <a:graphicData uri="http://schemas.openxmlformats.org/drawingml/2006/table">
            <a:tbl>
              <a:tblPr/>
              <a:tblGrid>
                <a:gridCol w="790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7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33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0580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Theme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Bluetooth Distortion NTF of JLR P-IVI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Period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charset="0"/>
                        </a:rPr>
                        <a:t>2021.Nov.04~2022.Feb.04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278">
                <a:tc rowSpan="2"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Improve item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Target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(Stretch Goal)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Idea</a:t>
                      </a:r>
                    </a:p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(How to improve)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KPI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Current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World Best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Target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9584">
                <a:tc gridSpan="2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charset="0"/>
                        </a:rPr>
                        <a:t>- Reduce NTF rate of Bluetooth distortion to 0 ppm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1421" marR="91421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Total defect </a:t>
                      </a:r>
                    </a:p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W40</a:t>
                      </a:r>
                    </a:p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(ppm)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11628</a:t>
                      </a:r>
                    </a:p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(ppm)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0 ppm </a:t>
                      </a:r>
                    </a:p>
                    <a:p>
                      <a:pPr marL="0" marR="0" lvl="0" indent="0" algn="ctr" defTabSz="912813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(100%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↓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charset="0"/>
                        </a:rPr>
                        <a:t>Separate ground for each equipment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Increase delay time for measurement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6"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Current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Issue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Planning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(Fast &amp; Strong)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Organization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0231">
                <a:tc rowSpan="3" gridSpan="2">
                  <a:txBody>
                    <a:bodyPr/>
                    <a:lstStyle/>
                    <a:p>
                      <a:pPr marL="114300" indent="0" algn="l" fontAlgn="b">
                        <a:buNone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itchFamily="34" charset="-127"/>
                        <a:ea typeface="LG Smart_H Regular" pitchFamily="34" charset="-127"/>
                        <a:cs typeface="Arial" pitchFamily="34" charset="0"/>
                        <a:sym typeface="Wingdings" pitchFamily="2" charset="2"/>
                      </a:endParaRPr>
                    </a:p>
                    <a:p>
                      <a:pPr marL="114300" indent="0" algn="l" fontAlgn="b">
                        <a:lnSpc>
                          <a:spcPct val="150000"/>
                        </a:lnSpc>
                        <a:buAutoNum type="arabicPeriod"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itchFamily="34" charset="-127"/>
                          <a:ea typeface="LG Smart_H Regular" pitchFamily="34" charset="-127"/>
                          <a:cs typeface="Arial" pitchFamily="34" charset="0"/>
                          <a:sym typeface="Wingdings" pitchFamily="2" charset="2"/>
                        </a:rPr>
                        <a:t> Measurement data is near USL</a:t>
                      </a:r>
                    </a:p>
                    <a:p>
                      <a:pPr marL="114300" marR="0" lvl="0" indent="0" algn="l" defTabSz="912813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  <a:sym typeface="Wingdings" pitchFamily="2" charset="2"/>
                        </a:rPr>
                        <a:t>2. Defect rate is very high</a:t>
                      </a:r>
                    </a:p>
                    <a:p>
                      <a:pPr marL="114300" marR="0" lvl="0" indent="0" algn="l" defTabSz="912813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  <a:sym typeface="Wingdings" pitchFamily="2" charset="2"/>
                        </a:rPr>
                        <a:t>3. Issue occurs in the long time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4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kern="1200" dirty="0">
                        <a:solidFill>
                          <a:prstClr val="black">
                            <a:tint val="75000"/>
                          </a:prstClr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+mn-cs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27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Location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1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LG Electronics Viet Nam </a:t>
                      </a:r>
                      <a:r>
                        <a:rPr kumimoji="0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Hai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Phong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5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146956"/>
              </p:ext>
            </p:extLst>
          </p:nvPr>
        </p:nvGraphicFramePr>
        <p:xfrm>
          <a:off x="7239000" y="-8792"/>
          <a:ext cx="2557087" cy="519486"/>
        </p:xfrm>
        <a:graphic>
          <a:graphicData uri="http://schemas.openxmlformats.org/drawingml/2006/table">
            <a:tbl>
              <a:tblPr/>
              <a:tblGrid>
                <a:gridCol w="62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Team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IVI LD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T/L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Owner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Vu Minh </a:t>
                      </a:r>
                      <a:r>
                        <a:rPr kumimoji="0" lang="en-US" altLang="ko-KR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Vuong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313" name="Text Box 84"/>
          <p:cNvSpPr txBox="1">
            <a:spLocks noChangeArrowheads="1"/>
          </p:cNvSpPr>
          <p:nvPr/>
        </p:nvSpPr>
        <p:spPr bwMode="auto">
          <a:xfrm>
            <a:off x="2659792" y="4784247"/>
            <a:ext cx="8017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04/11</a:t>
            </a:r>
          </a:p>
        </p:txBody>
      </p:sp>
      <p:sp>
        <p:nvSpPr>
          <p:cNvPr id="10314" name="AutoShape 85"/>
          <p:cNvSpPr>
            <a:spLocks noChangeArrowheads="1"/>
          </p:cNvSpPr>
          <p:nvPr/>
        </p:nvSpPr>
        <p:spPr bwMode="auto">
          <a:xfrm>
            <a:off x="2646363" y="4481804"/>
            <a:ext cx="928687" cy="288925"/>
          </a:xfrm>
          <a:prstGeom prst="homePlate">
            <a:avLst>
              <a:gd name="adj" fmla="val 4986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altLang="ko-KR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D</a:t>
            </a:r>
          </a:p>
        </p:txBody>
      </p:sp>
      <p:sp>
        <p:nvSpPr>
          <p:cNvPr id="10315" name="AutoShape 86"/>
          <p:cNvSpPr>
            <a:spLocks noChangeArrowheads="1"/>
          </p:cNvSpPr>
          <p:nvPr/>
        </p:nvSpPr>
        <p:spPr bwMode="auto">
          <a:xfrm>
            <a:off x="3584809" y="4481804"/>
            <a:ext cx="728739" cy="288925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altLang="ko-KR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M</a:t>
            </a:r>
          </a:p>
        </p:txBody>
      </p:sp>
      <p:sp>
        <p:nvSpPr>
          <p:cNvPr id="10316" name="AutoShape 87"/>
          <p:cNvSpPr>
            <a:spLocks noChangeArrowheads="1"/>
          </p:cNvSpPr>
          <p:nvPr/>
        </p:nvSpPr>
        <p:spPr bwMode="auto">
          <a:xfrm>
            <a:off x="4313548" y="4481804"/>
            <a:ext cx="709692" cy="288925"/>
          </a:xfrm>
          <a:prstGeom prst="homePlate">
            <a:avLst>
              <a:gd name="adj" fmla="val 4986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altLang="ko-KR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A</a:t>
            </a:r>
          </a:p>
        </p:txBody>
      </p:sp>
      <p:sp>
        <p:nvSpPr>
          <p:cNvPr id="10320" name="AutoShape 92"/>
          <p:cNvSpPr>
            <a:spLocks noChangeArrowheads="1"/>
          </p:cNvSpPr>
          <p:nvPr/>
        </p:nvSpPr>
        <p:spPr bwMode="auto">
          <a:xfrm>
            <a:off x="5023240" y="4481804"/>
            <a:ext cx="721870" cy="288925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altLang="ko-KR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I</a:t>
            </a:r>
          </a:p>
        </p:txBody>
      </p:sp>
      <p:sp>
        <p:nvSpPr>
          <p:cNvPr id="10321" name="AutoShape 93"/>
          <p:cNvSpPr>
            <a:spLocks noChangeArrowheads="1"/>
          </p:cNvSpPr>
          <p:nvPr/>
        </p:nvSpPr>
        <p:spPr bwMode="auto">
          <a:xfrm>
            <a:off x="5745110" y="4481804"/>
            <a:ext cx="864120" cy="288925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altLang="ko-KR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C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2590800" y="5177547"/>
            <a:ext cx="1005840" cy="32932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- Define issue</a:t>
            </a:r>
          </a:p>
          <a:p>
            <a:pPr lvl="0"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- Define defect rate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3562614" y="5177547"/>
            <a:ext cx="742314" cy="44781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- Gage R&amp;R evaluate equipment</a:t>
            </a:r>
            <a:endParaRPr kumimoji="0" lang="ko-KR" altLang="en-US" sz="700" b="0" kern="0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4281027" y="5177547"/>
            <a:ext cx="824373" cy="8032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- Test sample</a:t>
            </a:r>
          </a:p>
          <a:p>
            <a:pPr lvl="0"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with using different spec</a:t>
            </a:r>
          </a:p>
          <a:p>
            <a:pPr lvl="0"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- Discuss with</a:t>
            </a:r>
          </a:p>
          <a:p>
            <a:pPr lvl="0"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HQ to improve</a:t>
            </a:r>
          </a:p>
          <a:p>
            <a:pPr lvl="0"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this issue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5021573" y="5177547"/>
            <a:ext cx="832993" cy="8032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- Separate ground for each equipment</a:t>
            </a:r>
          </a:p>
          <a:p>
            <a:pPr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- Increase delay time for measurement</a:t>
            </a: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5732932" y="5177547"/>
            <a:ext cx="935740" cy="5663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t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- Control defect rate of NTF issue through GMES system</a:t>
            </a:r>
            <a:endParaRPr lang="ko-KR" altLang="en-US" sz="7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3564381" y="4667095"/>
            <a:ext cx="0" cy="150510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4313548" y="4667095"/>
            <a:ext cx="0" cy="150510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5023240" y="4667095"/>
            <a:ext cx="0" cy="150510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5745110" y="4667095"/>
            <a:ext cx="0" cy="150510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84"/>
          <p:cNvSpPr txBox="1">
            <a:spLocks noChangeArrowheads="1"/>
          </p:cNvSpPr>
          <p:nvPr/>
        </p:nvSpPr>
        <p:spPr bwMode="auto">
          <a:xfrm>
            <a:off x="3493408" y="4784247"/>
            <a:ext cx="8017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11/11</a:t>
            </a:r>
          </a:p>
        </p:txBody>
      </p:sp>
      <p:sp>
        <p:nvSpPr>
          <p:cNvPr id="27" name="Text Box 84"/>
          <p:cNvSpPr txBox="1">
            <a:spLocks noChangeArrowheads="1"/>
          </p:cNvSpPr>
          <p:nvPr/>
        </p:nvSpPr>
        <p:spPr bwMode="auto">
          <a:xfrm>
            <a:off x="4232920" y="4784247"/>
            <a:ext cx="8017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18/11</a:t>
            </a:r>
          </a:p>
        </p:txBody>
      </p:sp>
      <p:sp>
        <p:nvSpPr>
          <p:cNvPr id="28" name="Text Box 84"/>
          <p:cNvSpPr txBox="1">
            <a:spLocks noChangeArrowheads="1"/>
          </p:cNvSpPr>
          <p:nvPr/>
        </p:nvSpPr>
        <p:spPr bwMode="auto">
          <a:xfrm>
            <a:off x="5025008" y="4784247"/>
            <a:ext cx="8017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26/11</a:t>
            </a:r>
          </a:p>
        </p:txBody>
      </p:sp>
      <p:sp>
        <p:nvSpPr>
          <p:cNvPr id="29" name="Text Box 84"/>
          <p:cNvSpPr txBox="1">
            <a:spLocks noChangeArrowheads="1"/>
          </p:cNvSpPr>
          <p:nvPr/>
        </p:nvSpPr>
        <p:spPr bwMode="auto">
          <a:xfrm>
            <a:off x="5817096" y="4784247"/>
            <a:ext cx="8017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20/12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127916"/>
              </p:ext>
            </p:extLst>
          </p:nvPr>
        </p:nvGraphicFramePr>
        <p:xfrm>
          <a:off x="6668671" y="4481803"/>
          <a:ext cx="3084930" cy="1380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8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Full </a:t>
                      </a:r>
                    </a:p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Part</a:t>
                      </a:r>
                      <a:r>
                        <a:rPr lang="en-US" sz="900" b="1" baseline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900" b="1" baseline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Time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431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V.M.Vuong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431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N.N.An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431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N.D.Quang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431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P.P.Thao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MFG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Rectangle 2">
            <a:extLst>
              <a:ext uri="{FF2B5EF4-FFF2-40B4-BE49-F238E27FC236}">
                <a16:creationId xmlns:a16="http://schemas.microsoft.com/office/drawing/2014/main" id="{96C88E10-DC53-4678-B9A9-D8B2A70E1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2" y="70104"/>
            <a:ext cx="3897668" cy="4000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1409" tIns="45705" rIns="91409" bIns="45705"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ko-KR" sz="2000" b="1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charset="0"/>
              </a:rPr>
              <a:t>Six Sigma Theme Registration</a:t>
            </a:r>
            <a:endParaRPr lang="ko-KR" altLang="en-US" sz="20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10000" y="6629400"/>
            <a:ext cx="2311400" cy="228600"/>
          </a:xfrm>
        </p:spPr>
        <p:txBody>
          <a:bodyPr/>
          <a:lstStyle/>
          <a:p>
            <a:pPr algn="ctr"/>
            <a:r>
              <a:rPr lang="en-US" altLang="ko-KR" sz="1000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2</a:t>
            </a:r>
            <a:r>
              <a:rPr lang="ko-KR" altLang="en-US" sz="1000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 sz="1000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sz="1000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731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56234"/>
            <a:ext cx="1467544" cy="418058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1. Define </a:t>
            </a:r>
            <a:endParaRPr lang="ko-KR" altLang="en-US" sz="18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1627221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1.1 </a:t>
            </a:r>
            <a:r>
              <a:rPr lang="en-US" altLang="ko-KR" sz="1200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Define Issue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179" y="1259828"/>
            <a:ext cx="42976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 defTabSz="912813">
              <a:buFont typeface="Arial" panose="020B0604020202020204" pitchFamily="34" charset="0"/>
              <a:buChar char="•"/>
            </a:pPr>
            <a:r>
              <a:rPr kumimoji="0" lang="en-US" altLang="ko-K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Issue: Bluetooth distortion test fail</a:t>
            </a:r>
          </a:p>
          <a:p>
            <a:pPr marL="171450" lvl="0" indent="-171450" algn="just" defTabSz="912813">
              <a:buFont typeface="Arial" panose="020B0604020202020204" pitchFamily="34" charset="0"/>
              <a:buChar char="•"/>
            </a:pPr>
            <a:r>
              <a:rPr kumimoji="0" lang="en-US" altLang="ko-K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Model: JLR P-IVI</a:t>
            </a:r>
          </a:p>
          <a:p>
            <a:pPr marL="171450" lvl="0" indent="-171450" algn="just" defTabSz="912813">
              <a:buFont typeface="Arial" panose="020B0604020202020204" pitchFamily="34" charset="0"/>
              <a:buChar char="•"/>
            </a:pPr>
            <a:r>
              <a:rPr kumimoji="0" lang="en-US" altLang="ko-K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Defect type: 25 / 2150 (11628 ppm)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79" y="2251846"/>
            <a:ext cx="809694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71450" algn="just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This issue occurs with high defect rate</a:t>
            </a:r>
          </a:p>
          <a:p>
            <a:pPr indent="-171450" algn="just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I choose this item because </a:t>
            </a:r>
            <a:r>
              <a:rPr kumimoji="0" lang="en-US" altLang="ko-K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itchFamily="2" charset="2"/>
              </a:rPr>
              <a:t>high NTF occurs frequently, UPH will be reduced</a:t>
            </a:r>
          </a:p>
        </p:txBody>
      </p:sp>
      <p:sp>
        <p:nvSpPr>
          <p:cNvPr id="21" name="제목 1"/>
          <p:cNvSpPr txBox="1">
            <a:spLocks/>
          </p:cNvSpPr>
          <p:nvPr/>
        </p:nvSpPr>
        <p:spPr>
          <a:xfrm>
            <a:off x="202223" y="1942709"/>
            <a:ext cx="1905133" cy="326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altLang="ko-KR" sz="1200" b="1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Times New Roman" panose="02020603050405020304" pitchFamily="18" charset="0"/>
              </a:rPr>
              <a:t>Reason of choosing</a:t>
            </a:r>
            <a:endParaRPr lang="en-US" sz="120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6" name="제목 1"/>
          <p:cNvSpPr txBox="1">
            <a:spLocks/>
          </p:cNvSpPr>
          <p:nvPr/>
        </p:nvSpPr>
        <p:spPr>
          <a:xfrm>
            <a:off x="43382" y="2967507"/>
            <a:ext cx="1426706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1.2 Defect rate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254612201"/>
              </p:ext>
            </p:extLst>
          </p:nvPr>
        </p:nvGraphicFramePr>
        <p:xfrm>
          <a:off x="5889103" y="-2738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3733801" y="6560599"/>
            <a:ext cx="2133600" cy="293117"/>
          </a:xfrm>
        </p:spPr>
        <p:txBody>
          <a:bodyPr/>
          <a:lstStyle/>
          <a:p>
            <a:fld id="{CCB65402-AEF5-4D26-A49C-7368E264DDAC}" type="slidenum">
              <a:rPr lang="ko-KR" altLang="en-US" sz="900" smtClean="0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3</a:t>
            </a:fld>
            <a:r>
              <a:rPr lang="ko-KR" altLang="en-US" sz="900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 sz="900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sz="900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706799"/>
              </p:ext>
            </p:extLst>
          </p:nvPr>
        </p:nvGraphicFramePr>
        <p:xfrm>
          <a:off x="5638800" y="3528648"/>
          <a:ext cx="3810000" cy="1781175"/>
        </p:xfrm>
        <a:graphic>
          <a:graphicData uri="http://schemas.openxmlformats.org/drawingml/2006/table">
            <a:tbl>
              <a:tblPr/>
              <a:tblGrid>
                <a:gridCol w="2085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Defect symptom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Qty (EA)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Bluetooth distortion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56.8%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Measure audio level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GPS fix check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22.7%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Wi-Fi RSSI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Sleep current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Other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제목 1"/>
          <p:cNvSpPr txBox="1">
            <a:spLocks/>
          </p:cNvSpPr>
          <p:nvPr/>
        </p:nvSpPr>
        <p:spPr>
          <a:xfrm>
            <a:off x="202222" y="968844"/>
            <a:ext cx="1905133" cy="326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buFont typeface="Wingdings" pitchFamily="2" charset="2"/>
              <a:buChar char="q"/>
            </a:pPr>
            <a:r>
              <a:rPr lang="en-US" sz="1200" b="1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Times New Roman" panose="02020603050405020304" pitchFamily="18" charset="0"/>
              </a:rPr>
              <a:t> Issue information</a:t>
            </a:r>
            <a:endParaRPr lang="en-US" sz="120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38800" y="5586048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Bluetooth distortion is worst defect of this part</a:t>
            </a:r>
          </a:p>
          <a:p>
            <a:r>
              <a:rPr lang="en-US" alt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sym typeface="Wingdings" pitchFamily="2" charset="2"/>
              </a:rPr>
              <a:t> I select this defect to make my 6sigma assignment</a:t>
            </a:r>
            <a:endParaRPr lang="en-US" altLang="en-US" sz="12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426353"/>
            <a:ext cx="4696518" cy="313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2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2542"/>
            <a:ext cx="2465421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eaLnBrk="0" hangingPunct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2.1 Gage R&amp;R outline</a:t>
            </a:r>
            <a:endParaRPr lang="ko-KR" altLang="en-US" sz="1400" b="1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200" y="914399"/>
            <a:ext cx="944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Name: Bluetooth distortion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Part: JLR P-IVI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Spec: 0 ~ 9 </a:t>
            </a:r>
            <a:r>
              <a:rPr lang="en-US" sz="1200" dirty="0" err="1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Vrms</a:t>
            </a:r>
            <a:endParaRPr lang="en-US" sz="1200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Method: measure Bluetooth distortion when play mp3 file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Equipment: Audio Video Multi Tester (AVMT)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Resolution: 0.000001Vrms</a:t>
            </a:r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56456" y="56810"/>
            <a:ext cx="2229544" cy="418058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3075031686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55287" y="2949130"/>
            <a:ext cx="1825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Audio Video Multi Tester 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289140" y="5693664"/>
            <a:ext cx="914400" cy="91440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</a:rPr>
              <a:t>Station 1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2286000" y="5693664"/>
            <a:ext cx="914400" cy="91440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</a:rPr>
              <a:t>Station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6360" y="5218684"/>
            <a:ext cx="169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Bluetooth station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4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1026" name="Picture 2" descr="https://f20-zpg.zdn.vn/7281681093360869002/4f990aa57e94b6caef85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64593"/>
            <a:ext cx="4267200" cy="130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2430" y="1676400"/>
            <a:ext cx="4346802" cy="480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9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.2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1 Study (Station 1)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1215468428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52800" y="4715610"/>
            <a:ext cx="4535216" cy="1869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u="sng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Capability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- Cg = 16.08 (Standard &gt;1.33)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</a:t>
            </a:r>
            <a:r>
              <a:rPr lang="en-US" sz="11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Cgk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= 16.08 (Standard &gt;1.33)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%</a:t>
            </a:r>
            <a:r>
              <a:rPr lang="en-US" sz="11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Var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(Repeatability) = 1.24% (Standard &lt;10%)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%</a:t>
            </a:r>
            <a:r>
              <a:rPr lang="en-US" sz="11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Var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(Repeatability and Bias) = 1.24% (Standard &lt;10%)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 Resolution &lt; 5% of Tolerance  OK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Conclusion: The AVMT1  can be used to measure Bluetooth distortion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06456"/>
              </p:ext>
            </p:extLst>
          </p:nvPr>
        </p:nvGraphicFramePr>
        <p:xfrm>
          <a:off x="228600" y="1066800"/>
          <a:ext cx="1645920" cy="569924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 Distortion  (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0.64436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0.64901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0.67625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0.63142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0.66855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0.67168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0.65221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0.6352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0.63904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0.67939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0.65681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0.67688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0.63755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0.67726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0.63269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0.63062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0.63636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0.63316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0.66101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0.64196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0.66586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0.67449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0.67951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0.62231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5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798" y="749292"/>
            <a:ext cx="5943339" cy="39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7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3303621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.2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1 Study (Station 2)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1681072004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Action Button: End 15">
            <a:hlinkClick r:id="rId8" action="ppaction://hlinksldjump" highlightClick="1"/>
          </p:cNvPr>
          <p:cNvSpPr/>
          <p:nvPr/>
        </p:nvSpPr>
        <p:spPr bwMode="auto">
          <a:xfrm>
            <a:off x="9479280" y="6595943"/>
            <a:ext cx="274320" cy="182880"/>
          </a:xfrm>
          <a:prstGeom prst="actionButtonEnd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52800" y="4774114"/>
            <a:ext cx="480060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u="sng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Capability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- Cg = 16.05 (Standard &gt;1.33)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</a:t>
            </a:r>
            <a:r>
              <a:rPr lang="en-US" sz="11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Cgk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= 16.04 (Standard &gt;1.33)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%</a:t>
            </a:r>
            <a:r>
              <a:rPr lang="en-US" sz="11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Var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(Repeatability) = 1.25% (Standard &lt;10%)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 %</a:t>
            </a:r>
            <a:r>
              <a:rPr lang="en-US" sz="11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Var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(Repeatability and Bias) = 1.25% (Standard &lt;10%) 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 Resolution &lt; 5% of Tolerance  OK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Conclusion: The AVMT2 can be used to measure Bluetooth distortion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6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800" y="707055"/>
            <a:ext cx="5943600" cy="3966493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978720"/>
              </p:ext>
            </p:extLst>
          </p:nvPr>
        </p:nvGraphicFramePr>
        <p:xfrm>
          <a:off x="228600" y="1066800"/>
          <a:ext cx="1645920" cy="569924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 Distortion  (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0.64069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0.65348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0.6382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0.63339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0.66777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0.67774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0.65283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0.63107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0.63777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0.62812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0.66994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0.67159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0.6256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0.67509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0.6248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0.63297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0.65025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0.6755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0.66173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0.64726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0.65568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0.67177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0.67727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0.6783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6746" marR="6746" marT="6746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0.63914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2.3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3 Study (Station 1)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894469296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264143"/>
              </p:ext>
            </p:extLst>
          </p:nvPr>
        </p:nvGraphicFramePr>
        <p:xfrm>
          <a:off x="76200" y="2404309"/>
          <a:ext cx="9741770" cy="3821260"/>
        </p:xfrm>
        <a:graphic>
          <a:graphicData uri="http://schemas.openxmlformats.org/drawingml/2006/table">
            <a:tbl>
              <a:tblPr/>
              <a:tblGrid>
                <a:gridCol w="301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5920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0.65673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0.64584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0.64889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0.64985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0.65100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0.64845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0.64979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0.64803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0.64740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0.64589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0.66756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0.64803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0.64957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0.64909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0.64771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0.65648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0.64532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0.64926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0.66775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0.64972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0.65194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0.64824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0.64921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0.64968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0.64738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0.65671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0.64539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0.64978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0.66750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0.64976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0.65124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0.64842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0.64937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0.64960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0.64700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0.66772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0.64644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0.65534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0.65531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0.65852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0.65654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0.64845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0.64833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0.64977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0.66735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0.64672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0.65436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0.65544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0.65840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0.65544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0.64803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0.64834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0.64809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0.64944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0.66618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0.64627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0.65475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0.65536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0.65855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0.65581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0.64824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0.64886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0.64861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0.64947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0.66754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0.64626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0.65472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0.65660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0.65872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0.65570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0.64842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0.64771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0.64792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0.64832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6680" y="1030069"/>
            <a:ext cx="969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Taking 20 parts randomly from the production process as a sample, presented the parts in random order, measured them using automatic 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measuring equipment, and </a:t>
            </a:r>
            <a:r>
              <a:rPr lang="en-US" sz="120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conducted 4 </a:t>
            </a: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repetitive measurements using the same procedure, and obtained the following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9330" y="1905000"/>
            <a:ext cx="388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Measurement data using Bluetooth station No 1</a:t>
            </a: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7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07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2.3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3 Study (Station 1)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2280354248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8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348" y="1012763"/>
            <a:ext cx="7342632" cy="550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3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2.3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3 Study (Station 1)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766309744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57800" y="1524000"/>
            <a:ext cx="457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P part = 0.000 &lt; 0.05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OK     </a:t>
            </a:r>
          </a:p>
          <a:p>
            <a:pPr marL="171450" indent="-171450" latinLnBrk="0">
              <a:buFont typeface="Wingdings" panose="05000000000000000000" pitchFamily="2" charset="2"/>
              <a:buChar char="à"/>
            </a:pPr>
            <a:r>
              <a:rPr lang="en-US" sz="1200" dirty="0">
                <a:solidFill>
                  <a:srgbClr val="006600"/>
                </a:solidFill>
                <a:ea typeface="LG스마트체 Regular" pitchFamily="34" charset="-127"/>
                <a:cs typeface="Arial"/>
                <a:sym typeface="Wingdings" pitchFamily="2" charset="2"/>
              </a:rPr>
              <a:t>The different between parts is significant at the significant level of 0.05 with a P value of 0.000 for the Part term.</a:t>
            </a:r>
          </a:p>
          <a:p>
            <a:pPr marL="171450" indent="-171450" latinLnBrk="0">
              <a:buFont typeface="Wingdings" panose="05000000000000000000" pitchFamily="2" charset="2"/>
              <a:buChar char="à"/>
            </a:pPr>
            <a:r>
              <a:rPr lang="en-US" sz="1200" dirty="0">
                <a:solidFill>
                  <a:srgbClr val="006600"/>
                </a:solidFill>
                <a:ea typeface="LG스마트체 Regular" pitchFamily="34" charset="-127"/>
                <a:cs typeface="Arial"/>
                <a:sym typeface="Wingdings" pitchFamily="2" charset="2"/>
              </a:rPr>
              <a:t>Since we selected 20 different parts, each part should be </a:t>
            </a:r>
          </a:p>
          <a:p>
            <a:pPr latinLnBrk="0"/>
            <a:r>
              <a:rPr lang="en-US" sz="1200" dirty="0">
                <a:solidFill>
                  <a:srgbClr val="006600"/>
                </a:solidFill>
                <a:ea typeface="LG스마트체 Regular" pitchFamily="34" charset="-127"/>
                <a:cs typeface="Arial"/>
                <a:sym typeface="Wingdings" pitchFamily="2" charset="2"/>
              </a:rPr>
              <a:t>different.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472440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% Study </a:t>
            </a:r>
            <a:r>
              <a:rPr lang="en-US" sz="12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Var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= 6.60% &lt; 10%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% Toler : 0.03% &lt; 10%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NDC = 21 &gt; 5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380601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% R&amp;R = 0.44% &lt; 10%  OK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sz="1200" dirty="0">
                <a:solidFill>
                  <a:srgbClr val="006600"/>
                </a:solidFill>
                <a:ea typeface="LG스마트체 Regular" panose="020B0600000101010101" pitchFamily="34" charset="-127"/>
                <a:sym typeface="Wingdings" pitchFamily="2" charset="2"/>
              </a:rPr>
              <a:t>Gage R&amp;R contributes 0.44% of the total variation.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sz="1200" dirty="0">
                <a:solidFill>
                  <a:srgbClr val="006600"/>
                </a:solidFill>
                <a:ea typeface="LG스마트체 Regular" panose="020B0600000101010101" pitchFamily="34" charset="-127"/>
                <a:sym typeface="Wingdings" pitchFamily="2" charset="2"/>
              </a:rPr>
              <a:t> Part to part contributes 99.56% of the total change due to </a:t>
            </a:r>
          </a:p>
          <a:p>
            <a:r>
              <a:rPr lang="en-US" sz="1200" dirty="0">
                <a:solidFill>
                  <a:srgbClr val="006600"/>
                </a:solidFill>
                <a:ea typeface="LG스마트체 Regular" panose="020B0600000101010101" pitchFamily="34" charset="-127"/>
                <a:sym typeface="Wingdings" pitchFamily="2" charset="2"/>
              </a:rPr>
              <a:t>     the difference between the parts.  </a:t>
            </a:r>
            <a:endParaRPr lang="en-US" sz="1200" dirty="0">
              <a:solidFill>
                <a:schemeClr val="tx2"/>
              </a:solidFill>
              <a:ea typeface="LG스마트체 Regular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57800" y="5802868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Conclusion: measurement system is OK</a:t>
            </a: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9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182187"/>
            <a:ext cx="4572000" cy="517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45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2.3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3 Study (Station 2)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547381756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680" y="1030069"/>
            <a:ext cx="969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Taking 20 parts randomly from the production process as a sample, presented the parts in random order, measured them using automatic 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measuring equipment, and </a:t>
            </a:r>
            <a:r>
              <a:rPr lang="en-US" sz="120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conducted 4 </a:t>
            </a: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repetitive measurements using the same procedure, and obtained the following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9330" y="1905000"/>
            <a:ext cx="388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Measurement data using Dark current station No 4</a:t>
            </a: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10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492301"/>
              </p:ext>
            </p:extLst>
          </p:nvPr>
        </p:nvGraphicFramePr>
        <p:xfrm>
          <a:off x="76200" y="2404309"/>
          <a:ext cx="9741770" cy="3821260"/>
        </p:xfrm>
        <a:graphic>
          <a:graphicData uri="http://schemas.openxmlformats.org/drawingml/2006/table">
            <a:tbl>
              <a:tblPr/>
              <a:tblGrid>
                <a:gridCol w="301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119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7425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5920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distortion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Vrms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340" marR="5340" marT="534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0.66000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0.65166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0.64988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0.66688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0.65928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0.65339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0.65561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0.65045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0.65953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0.64824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0.65150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0.66827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0.65942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0.65323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0.65641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0.65551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0.65069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0.65992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0.64796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0.65000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0.66678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0.65925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0.65645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0.65605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0.65067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2.00212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0.64837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0.65182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0.64988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0.66665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0.65894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0.65369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0.65594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0.65604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0.65058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0.65598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0.65434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2.00029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0.65243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0.65274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0.65535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0.65246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0.65362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0.65553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0.65401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0.65005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0.94843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0.65236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0.65241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0.65569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0.65278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0.65119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0.65398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0.65611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0.65405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0.65037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0.65253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0.65527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0.65234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0.65113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0.65362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0.65590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0.65405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0.65233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0.65243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0.65500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2.00059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0.65138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0.65390</a:t>
                      </a: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312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2.3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3 Study (Station</a:t>
            </a: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2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501306664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016644"/>
            <a:ext cx="7269480" cy="5456308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11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361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2.3 Type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3 Study (Station 2)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468982119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57800" y="15240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P part = 0.397 &gt; 0.05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NG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The different between parts is not significant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7800" y="472440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% Study </a:t>
            </a:r>
            <a:r>
              <a:rPr lang="en-US" sz="12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Var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= 99.06% &gt; 10%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NG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% Toler : 17.11% &gt; 10%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NG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NDC = 1 &lt; 5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380601"/>
            <a:ext cx="457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% R&amp;R = 98.13% &gt; 10%  NG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57800" y="5789776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Conclusion: measurement system is NG, need to check what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factors affect to measurement data</a:t>
            </a: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12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319" y="1208839"/>
            <a:ext cx="4676881" cy="518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3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2.4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</a:t>
            </a:r>
            <a:r>
              <a:rPr kumimoji="1" lang="en-US" altLang="ko-KR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Xbar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-R Chart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Review (Station 1)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6879" y="4779456"/>
            <a:ext cx="5303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Conclusion: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No abnormality can be found in </a:t>
            </a:r>
            <a:r>
              <a:rPr lang="en-US" altLang="ko-KR" sz="14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Xbar</a:t>
            </a: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control chart and R control chart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Therefore stability is Pass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19358990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13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066281"/>
              </p:ext>
            </p:extLst>
          </p:nvPr>
        </p:nvGraphicFramePr>
        <p:xfrm>
          <a:off x="228600" y="1125663"/>
          <a:ext cx="4165601" cy="5038782"/>
        </p:xfrm>
        <a:graphic>
          <a:graphicData uri="http://schemas.openxmlformats.org/drawingml/2006/table">
            <a:tbl>
              <a:tblPr/>
              <a:tblGrid>
                <a:gridCol w="607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9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22-Sep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23-Sep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24-Sep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25-Sep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26-Sep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27-Sep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29-Sep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0.64735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30-Sep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0.64965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6879" y="1188606"/>
            <a:ext cx="5246223" cy="350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0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2.5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Process Capability review (Station 1)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817569395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76800" y="5410200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Cpk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= 74.84 (Standard ≥ 1.67)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Pass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14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331" y="5410199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P-Value = 0.116 &gt; 0.05 </a:t>
            </a: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Pass</a:t>
            </a: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1296436"/>
            <a:ext cx="4724400" cy="37327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8152" y="1296437"/>
            <a:ext cx="4805448" cy="373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79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2.4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</a:t>
            </a:r>
            <a:r>
              <a:rPr kumimoji="1" lang="en-US" altLang="ko-KR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Xbar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-R Chart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Review (Station 2)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6879" y="4779456"/>
            <a:ext cx="5303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Conclusion: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Abnormality can be found in </a:t>
            </a:r>
            <a:r>
              <a:rPr lang="en-US" altLang="ko-KR" sz="14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Xbar</a:t>
            </a: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control chart and R control chart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Therefore stability is Fail</a:t>
            </a:r>
          </a:p>
        </p:txBody>
      </p:sp>
      <p:graphicFrame>
        <p:nvGraphicFramePr>
          <p:cNvPr id="9" name="Diagram 8"/>
          <p:cNvGraphicFramePr/>
          <p:nvPr/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15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047605"/>
              </p:ext>
            </p:extLst>
          </p:nvPr>
        </p:nvGraphicFramePr>
        <p:xfrm>
          <a:off x="228600" y="1125663"/>
          <a:ext cx="4165601" cy="5038782"/>
        </p:xfrm>
        <a:graphic>
          <a:graphicData uri="http://schemas.openxmlformats.org/drawingml/2006/table">
            <a:tbl>
              <a:tblPr/>
              <a:tblGrid>
                <a:gridCol w="607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1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9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Sample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0.66291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0.64866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0.65769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0.65919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0.75930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0.66055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0.67666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10-Sep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0.76367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0.74315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0.75048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0.66652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0.66232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11-Sep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0.66389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0.75780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1.05732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0.74567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12-Sep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0.74943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1.66257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0.66367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13-Sep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0.66224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0.65730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0.74466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0.68640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15-Sep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0.65780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0.75190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0.74735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0.76980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0.75991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0.59361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0.65668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17-Sep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1.66382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0.63920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0.72509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0.66843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18-Sep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0.54586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0.73405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0.63863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19-Sep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0.67235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0.74853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0.58828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0.63598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0.66363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20-Sep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0.62865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0.65260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0.57525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0.56581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0.65805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22-Sep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2.65101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0.55446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0.58623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0.70074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0.65491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23-Sep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0.59733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0.63952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0.71601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1.70984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0.65068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24-Sep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0.61969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0.78940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0.70513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25-Sep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0.70702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0.58640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2.78131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0.56647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0.59244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26-Sep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0.63749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1.57235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0.58146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0.62361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0.63575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27-Sep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0.79000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0.65552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0.70702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0.66925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0.73642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29-Sep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0.63590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0.76389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0.65943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0.65102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0.75991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94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30-Sep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0.59519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0.57076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0.66707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0.70062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0.51249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3577" y="1211894"/>
            <a:ext cx="5246223" cy="350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5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2.5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Process Capability review (Station 2)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76800" y="5410200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Cpk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= 0.69 (Standard ≥ 1.67)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Fail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16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331" y="5410199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P-Value = &lt; 0.05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Fail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6489" y="1296436"/>
            <a:ext cx="4728372" cy="37304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1296436"/>
            <a:ext cx="4745123" cy="377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59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2</a:t>
            </a:r>
            <a:r>
              <a:rPr kumimoji="1" lang="en-US" altLang="ko-KR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.6 Conclusion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06680" y="990600"/>
            <a:ext cx="9692640" cy="1219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just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1400" b="1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Conclusion:</a:t>
            </a:r>
          </a:p>
          <a:p>
            <a:pPr marL="171450" marR="0" lvl="0" indent="-171450" algn="just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kern="0" noProof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Base on Type 1 and 3, Station</a:t>
            </a:r>
            <a:r>
              <a:rPr lang="en-US" altLang="ko-KR" sz="1200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1 is stable and capability is good. But station 2 is unstable and lack of capability</a:t>
            </a:r>
          </a:p>
          <a:p>
            <a:pPr marL="171450" marR="0" lvl="0" indent="-171450" algn="just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Base on process capability measure by Station 1 is ok, process capability is ok.</a:t>
            </a:r>
          </a:p>
          <a:p>
            <a:pPr marR="0" lvl="0" algn="just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 sz="1200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=&gt; Improvement Measurement System station 2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574906769"/>
              </p:ext>
            </p:extLst>
          </p:nvPr>
        </p:nvGraphicFramePr>
        <p:xfrm>
          <a:off x="5889103" y="-2738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6456" y="54382"/>
            <a:ext cx="2153344" cy="418058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2. Measurement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17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266242"/>
              </p:ext>
            </p:extLst>
          </p:nvPr>
        </p:nvGraphicFramePr>
        <p:xfrm>
          <a:off x="1524000" y="2667000"/>
          <a:ext cx="6275748" cy="150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1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8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Cgk</a:t>
                      </a:r>
                      <a:endParaRPr lang="en-US" sz="1200" b="1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+mn-cs"/>
                        </a:rPr>
                        <a:t>%Val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+mn-cs"/>
                        </a:rPr>
                        <a:t>%</a:t>
                      </a:r>
                      <a:r>
                        <a:rPr lang="en-US" sz="1200" b="1" kern="1200" dirty="0" err="1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+mn-cs"/>
                        </a:rPr>
                        <a:t>Tolerence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+mn-cs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+mn-cs"/>
                        </a:rPr>
                        <a:t>NDC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Actual</a:t>
                      </a:r>
                      <a:endParaRPr lang="en-US" sz="1200" b="1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Standard</a:t>
                      </a:r>
                      <a:endParaRPr lang="en-US" sz="1200" b="1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Result</a:t>
                      </a:r>
                      <a:endParaRPr lang="en-US" sz="1200" b="1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+mn-cs"/>
                        </a:rPr>
                        <a:t>Station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1.33</a:t>
                      </a:r>
                      <a:endParaRPr lang="en-US" sz="1200" dirty="0"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6.60%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0.03%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Station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16.04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1.33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99.06%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FF0000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+mn-cs"/>
                        </a:rPr>
                        <a:t>17.1%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384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56234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3. Analyze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9179" y="555815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noProof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3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.1 Find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the Root Cause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55" name="Diagram 54"/>
          <p:cNvGraphicFramePr/>
          <p:nvPr>
            <p:extLst>
              <p:ext uri="{D42A27DB-BD31-4B8C-83A1-F6EECF244321}">
                <p14:modId xmlns:p14="http://schemas.microsoft.com/office/powerpoint/2010/main" val="1500461646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1" name="Text Box 2"/>
          <p:cNvSpPr txBox="1">
            <a:spLocks noChangeArrowheads="1"/>
          </p:cNvSpPr>
          <p:nvPr/>
        </p:nvSpPr>
        <p:spPr bwMode="auto">
          <a:xfrm>
            <a:off x="152400" y="896330"/>
            <a:ext cx="41148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defTabSz="844083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Logic tree analysis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88C0A1-FC6E-4750-B50B-4901C388CF8D}"/>
              </a:ext>
            </a:extLst>
          </p:cNvPr>
          <p:cNvSpPr/>
          <p:nvPr/>
        </p:nvSpPr>
        <p:spPr>
          <a:xfrm>
            <a:off x="152400" y="4015286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Bluetooth distortion at Station 2 (NTF)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2D40B04-B750-4335-895C-A6DE2788BB6C}"/>
              </a:ext>
            </a:extLst>
          </p:cNvPr>
          <p:cNvSpPr/>
          <p:nvPr/>
        </p:nvSpPr>
        <p:spPr>
          <a:xfrm>
            <a:off x="1656309" y="5609136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Man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5F6EAFB-2593-4A0C-BD45-C19A4BAC9626}"/>
              </a:ext>
            </a:extLst>
          </p:cNvPr>
          <p:cNvSpPr/>
          <p:nvPr/>
        </p:nvSpPr>
        <p:spPr>
          <a:xfrm>
            <a:off x="4724400" y="5990136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Automatic process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E8F77F1-4B17-4BD4-829F-2BACE522DCF7}"/>
              </a:ext>
            </a:extLst>
          </p:cNvPr>
          <p:cNvSpPr/>
          <p:nvPr/>
        </p:nvSpPr>
        <p:spPr>
          <a:xfrm>
            <a:off x="1656309" y="1685169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Machine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7AD7ED3-70C7-497D-9AB6-01D976D859FC}"/>
              </a:ext>
            </a:extLst>
          </p:cNvPr>
          <p:cNvSpPr/>
          <p:nvPr/>
        </p:nvSpPr>
        <p:spPr>
          <a:xfrm>
            <a:off x="3123027" y="1685169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Pallet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F724785-72BB-4403-AAF7-088454280313}"/>
              </a:ext>
            </a:extLst>
          </p:cNvPr>
          <p:cNvSpPr/>
          <p:nvPr/>
        </p:nvSpPr>
        <p:spPr>
          <a:xfrm>
            <a:off x="3123027" y="967992"/>
            <a:ext cx="129657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Power supply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C2E97E3-C9D8-4CEF-A53A-A4264CBD9A51}"/>
              </a:ext>
            </a:extLst>
          </p:cNvPr>
          <p:cNvSpPr/>
          <p:nvPr/>
        </p:nvSpPr>
        <p:spPr>
          <a:xfrm>
            <a:off x="4730616" y="967675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Power supply is unstable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B4DB48A-CD43-44B2-A459-5812497A5C5C}"/>
              </a:ext>
            </a:extLst>
          </p:cNvPr>
          <p:cNvSpPr/>
          <p:nvPr/>
        </p:nvSpPr>
        <p:spPr>
          <a:xfrm>
            <a:off x="3123027" y="5990136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Working skill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B2BF064-1CD5-43AA-BA37-683A83C929EE}"/>
              </a:ext>
            </a:extLst>
          </p:cNvPr>
          <p:cNvSpPr/>
          <p:nvPr/>
        </p:nvSpPr>
        <p:spPr>
          <a:xfrm>
            <a:off x="4724400" y="1685169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Relay was not working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8C7079D-1B9C-4C64-9E52-AD43D078A7D8}"/>
              </a:ext>
            </a:extLst>
          </p:cNvPr>
          <p:cNvSpPr/>
          <p:nvPr/>
        </p:nvSpPr>
        <p:spPr>
          <a:xfrm>
            <a:off x="3123027" y="2789736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Audio Video Multi Tester </a:t>
            </a:r>
          </a:p>
        </p:txBody>
      </p:sp>
      <p:cxnSp>
        <p:nvCxnSpPr>
          <p:cNvPr id="136" name="Elbow Connector 11">
            <a:extLst>
              <a:ext uri="{FF2B5EF4-FFF2-40B4-BE49-F238E27FC236}">
                <a16:creationId xmlns:a16="http://schemas.microsoft.com/office/drawing/2014/main" id="{B6CA744B-9BF2-466B-8F0A-B492AFB5CEC0}"/>
              </a:ext>
            </a:extLst>
          </p:cNvPr>
          <p:cNvCxnSpPr>
            <a:stCxn id="66" idx="3"/>
            <a:endCxn id="127" idx="1"/>
          </p:cNvCxnSpPr>
          <p:nvPr/>
        </p:nvCxnSpPr>
        <p:spPr>
          <a:xfrm flipV="1">
            <a:off x="1317625" y="1955044"/>
            <a:ext cx="338684" cy="233011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Elbow Connector 14">
            <a:extLst>
              <a:ext uri="{FF2B5EF4-FFF2-40B4-BE49-F238E27FC236}">
                <a16:creationId xmlns:a16="http://schemas.microsoft.com/office/drawing/2014/main" id="{70184166-5EA8-4BC5-8CAE-C12B4F014694}"/>
              </a:ext>
            </a:extLst>
          </p:cNvPr>
          <p:cNvCxnSpPr>
            <a:stCxn id="66" idx="3"/>
            <a:endCxn id="67" idx="1"/>
          </p:cNvCxnSpPr>
          <p:nvPr/>
        </p:nvCxnSpPr>
        <p:spPr>
          <a:xfrm>
            <a:off x="1317625" y="4285161"/>
            <a:ext cx="338684" cy="159385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98">
            <a:extLst>
              <a:ext uri="{FF2B5EF4-FFF2-40B4-BE49-F238E27FC236}">
                <a16:creationId xmlns:a16="http://schemas.microsoft.com/office/drawing/2014/main" id="{2A8FF43E-4FC5-4A54-93D8-21A6CE1B8041}"/>
              </a:ext>
            </a:extLst>
          </p:cNvPr>
          <p:cNvCxnSpPr>
            <a:stCxn id="127" idx="3"/>
            <a:endCxn id="129" idx="1"/>
          </p:cNvCxnSpPr>
          <p:nvPr/>
        </p:nvCxnSpPr>
        <p:spPr>
          <a:xfrm flipV="1">
            <a:off x="2821534" y="1237992"/>
            <a:ext cx="301493" cy="71705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Elbow Connector 100">
            <a:extLst>
              <a:ext uri="{FF2B5EF4-FFF2-40B4-BE49-F238E27FC236}">
                <a16:creationId xmlns:a16="http://schemas.microsoft.com/office/drawing/2014/main" id="{30EE8DA4-D53E-4850-A339-65EF2D0F6702}"/>
              </a:ext>
            </a:extLst>
          </p:cNvPr>
          <p:cNvCxnSpPr>
            <a:stCxn id="127" idx="3"/>
            <a:endCxn id="135" idx="1"/>
          </p:cNvCxnSpPr>
          <p:nvPr/>
        </p:nvCxnSpPr>
        <p:spPr>
          <a:xfrm>
            <a:off x="2821534" y="1955044"/>
            <a:ext cx="301493" cy="110456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96A88E1-45A9-4272-B79C-B12DAB6B33E1}"/>
              </a:ext>
            </a:extLst>
          </p:cNvPr>
          <p:cNvSpPr/>
          <p:nvPr/>
        </p:nvSpPr>
        <p:spPr>
          <a:xfrm>
            <a:off x="4724400" y="2402663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Measure incorrectly due to noise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08AD330-7676-4810-85B0-BE8CBD8C423E}"/>
              </a:ext>
            </a:extLst>
          </p:cNvPr>
          <p:cNvCxnSpPr>
            <a:stCxn id="129" idx="3"/>
            <a:endCxn id="130" idx="1"/>
          </p:cNvCxnSpPr>
          <p:nvPr/>
        </p:nvCxnSpPr>
        <p:spPr>
          <a:xfrm flipV="1">
            <a:off x="4419600" y="1237550"/>
            <a:ext cx="311016" cy="44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BA1E2E9-FD5A-479D-8F26-6E99B0951297}"/>
              </a:ext>
            </a:extLst>
          </p:cNvPr>
          <p:cNvCxnSpPr>
            <a:stCxn id="128" idx="3"/>
            <a:endCxn id="133" idx="1"/>
          </p:cNvCxnSpPr>
          <p:nvPr/>
        </p:nvCxnSpPr>
        <p:spPr>
          <a:xfrm>
            <a:off x="4419600" y="1955044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6188452-00F9-41E4-ACC5-D2846425BD47}"/>
              </a:ext>
            </a:extLst>
          </p:cNvPr>
          <p:cNvCxnSpPr>
            <a:stCxn id="131" idx="3"/>
            <a:endCxn id="126" idx="1"/>
          </p:cNvCxnSpPr>
          <p:nvPr/>
        </p:nvCxnSpPr>
        <p:spPr>
          <a:xfrm>
            <a:off x="4419600" y="6260011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CBE0EEB-F667-4771-AC9D-B5F86736EE93}"/>
              </a:ext>
            </a:extLst>
          </p:cNvPr>
          <p:cNvSpPr/>
          <p:nvPr/>
        </p:nvSpPr>
        <p:spPr>
          <a:xfrm>
            <a:off x="6414325" y="967675"/>
            <a:ext cx="151064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Separate DC power from test bench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1072A04-F66B-444A-9935-07A1F7DC95A7}"/>
              </a:ext>
            </a:extLst>
          </p:cNvPr>
          <p:cNvSpPr/>
          <p:nvPr/>
        </p:nvSpPr>
        <p:spPr>
          <a:xfrm>
            <a:off x="6414325" y="1685169"/>
            <a:ext cx="151064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Repair pallet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00F3514-21EE-431E-B9AD-FD89AF82BFC1}"/>
              </a:ext>
            </a:extLst>
          </p:cNvPr>
          <p:cNvSpPr/>
          <p:nvPr/>
        </p:nvSpPr>
        <p:spPr>
          <a:xfrm>
            <a:off x="6414325" y="2402663"/>
            <a:ext cx="151064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Separate ground for each equipment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543DF3D-E9D7-4C3B-84D5-1CE6561FAB63}"/>
              </a:ext>
            </a:extLst>
          </p:cNvPr>
          <p:cNvSpPr/>
          <p:nvPr/>
        </p:nvSpPr>
        <p:spPr>
          <a:xfrm>
            <a:off x="6414325" y="5990136"/>
            <a:ext cx="151064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Man is not related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B719A00-D5DE-491C-B9EF-6BF63F696917}"/>
              </a:ext>
            </a:extLst>
          </p:cNvPr>
          <p:cNvCxnSpPr>
            <a:stCxn id="130" idx="3"/>
            <a:endCxn id="150" idx="1"/>
          </p:cNvCxnSpPr>
          <p:nvPr/>
        </p:nvCxnSpPr>
        <p:spPr>
          <a:xfrm>
            <a:off x="6102216" y="1237550"/>
            <a:ext cx="31210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3C6E83FD-BE03-4D8E-9EF2-D7145C8DD7DA}"/>
              </a:ext>
            </a:extLst>
          </p:cNvPr>
          <p:cNvCxnSpPr>
            <a:stCxn id="133" idx="3"/>
            <a:endCxn id="151" idx="1"/>
          </p:cNvCxnSpPr>
          <p:nvPr/>
        </p:nvCxnSpPr>
        <p:spPr>
          <a:xfrm>
            <a:off x="6096000" y="1955044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1308BDE-C3F9-4EC0-BCCC-37A5CF45E921}"/>
              </a:ext>
            </a:extLst>
          </p:cNvPr>
          <p:cNvCxnSpPr>
            <a:stCxn id="144" idx="3"/>
            <a:endCxn id="152" idx="1"/>
          </p:cNvCxnSpPr>
          <p:nvPr/>
        </p:nvCxnSpPr>
        <p:spPr>
          <a:xfrm>
            <a:off x="6096000" y="2672538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2C39C2A-1FC0-44CA-AB35-4B093B731253}"/>
              </a:ext>
            </a:extLst>
          </p:cNvPr>
          <p:cNvCxnSpPr>
            <a:stCxn id="126" idx="3"/>
            <a:endCxn id="153" idx="1"/>
          </p:cNvCxnSpPr>
          <p:nvPr/>
        </p:nvCxnSpPr>
        <p:spPr>
          <a:xfrm>
            <a:off x="6096000" y="6260011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932420" y="1049423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Done</a:t>
            </a:r>
          </a:p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(Applied: 18.Nov)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6700" y="2472176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Done</a:t>
            </a:r>
          </a:p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(Applied: 02.Nov)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78140" y="1768088"/>
            <a:ext cx="128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Done</a:t>
            </a:r>
          </a:p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(Applied: 20.Nov)</a:t>
            </a:r>
          </a:p>
        </p:txBody>
      </p:sp>
      <p:sp>
        <p:nvSpPr>
          <p:cNvPr id="59" name="Action Button: Forward or Next 58">
            <a:hlinkClick r:id="rId8" action="ppaction://hlinksldjump" highlightClick="1"/>
          </p:cNvPr>
          <p:cNvSpPr/>
          <p:nvPr/>
        </p:nvSpPr>
        <p:spPr>
          <a:xfrm>
            <a:off x="9520511" y="1134133"/>
            <a:ext cx="313643" cy="239917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82" tIns="61091" rIns="122182" bIns="6109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200">
              <a:solidFill>
                <a:prstClr val="white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47" name="Action Button: Forward or Next 46">
            <a:hlinkClick r:id="rId9" action="ppaction://hlinksldjump" highlightClick="1"/>
          </p:cNvPr>
          <p:cNvSpPr/>
          <p:nvPr/>
        </p:nvSpPr>
        <p:spPr>
          <a:xfrm>
            <a:off x="9520511" y="2552272"/>
            <a:ext cx="313643" cy="239917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82" tIns="61091" rIns="122182" bIns="6109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200">
              <a:solidFill>
                <a:prstClr val="white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cxnSp>
        <p:nvCxnSpPr>
          <p:cNvPr id="64" name="Elbow Connector 98">
            <a:extLst>
              <a:ext uri="{FF2B5EF4-FFF2-40B4-BE49-F238E27FC236}">
                <a16:creationId xmlns:a16="http://schemas.microsoft.com/office/drawing/2014/main" id="{2A8FF43E-4FC5-4A54-93D8-21A6CE1B8041}"/>
              </a:ext>
            </a:extLst>
          </p:cNvPr>
          <p:cNvCxnSpPr>
            <a:stCxn id="127" idx="3"/>
            <a:endCxn id="128" idx="1"/>
          </p:cNvCxnSpPr>
          <p:nvPr/>
        </p:nvCxnSpPr>
        <p:spPr>
          <a:xfrm>
            <a:off x="2821534" y="1955044"/>
            <a:ext cx="301493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4E8F77F1-4B17-4BD4-829F-2BACE522DCF7}"/>
              </a:ext>
            </a:extLst>
          </p:cNvPr>
          <p:cNvSpPr/>
          <p:nvPr/>
        </p:nvSpPr>
        <p:spPr>
          <a:xfrm>
            <a:off x="1656309" y="3837651"/>
            <a:ext cx="116830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Method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8F77F1-4B17-4BD4-829F-2BACE522DCF7}"/>
              </a:ext>
            </a:extLst>
          </p:cNvPr>
          <p:cNvSpPr/>
          <p:nvPr/>
        </p:nvSpPr>
        <p:spPr>
          <a:xfrm>
            <a:off x="1656309" y="4555145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Material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F6EAFB-2593-4A0C-BD45-C19A4BAC9626}"/>
              </a:ext>
            </a:extLst>
          </p:cNvPr>
          <p:cNvSpPr/>
          <p:nvPr/>
        </p:nvSpPr>
        <p:spPr>
          <a:xfrm>
            <a:off x="4724400" y="3837651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Measure distortion after play MP3 file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B4DB48A-CD43-44B2-A459-5812497A5C5C}"/>
              </a:ext>
            </a:extLst>
          </p:cNvPr>
          <p:cNvSpPr/>
          <p:nvPr/>
        </p:nvSpPr>
        <p:spPr>
          <a:xfrm>
            <a:off x="3123027" y="3837651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Timing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6188452-00F9-41E4-ACC5-D2846425BD47}"/>
              </a:ext>
            </a:extLst>
          </p:cNvPr>
          <p:cNvCxnSpPr>
            <a:stCxn id="70" idx="3"/>
            <a:endCxn id="69" idx="1"/>
          </p:cNvCxnSpPr>
          <p:nvPr/>
        </p:nvCxnSpPr>
        <p:spPr>
          <a:xfrm>
            <a:off x="4419600" y="4107526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4543DF3D-E9D7-4C3B-84D5-1CE6561FAB63}"/>
              </a:ext>
            </a:extLst>
          </p:cNvPr>
          <p:cNvSpPr/>
          <p:nvPr/>
        </p:nvSpPr>
        <p:spPr>
          <a:xfrm>
            <a:off x="6414325" y="3837651"/>
            <a:ext cx="151064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Increase delay after play MP3 file 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2C39C2A-1FC0-44CA-AB35-4B093B731253}"/>
              </a:ext>
            </a:extLst>
          </p:cNvPr>
          <p:cNvCxnSpPr>
            <a:stCxn id="69" idx="3"/>
            <a:endCxn id="72" idx="1"/>
          </p:cNvCxnSpPr>
          <p:nvPr/>
        </p:nvCxnSpPr>
        <p:spPr>
          <a:xfrm>
            <a:off x="6096000" y="4107526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932420" y="3907784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Done</a:t>
            </a:r>
          </a:p>
          <a:p>
            <a:pPr algn="ctr"/>
            <a:r>
              <a:rPr lang="en-US" altLang="ko-KR" sz="1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(Applied: 06.Nov)</a:t>
            </a:r>
          </a:p>
        </p:txBody>
      </p:sp>
      <p:sp>
        <p:nvSpPr>
          <p:cNvPr id="76" name="Action Button: Forward or Next 75">
            <a:hlinkClick r:id="rId10" action="ppaction://hlinksldjump" highlightClick="1"/>
          </p:cNvPr>
          <p:cNvSpPr/>
          <p:nvPr/>
        </p:nvSpPr>
        <p:spPr>
          <a:xfrm>
            <a:off x="9523491" y="3987567"/>
            <a:ext cx="313643" cy="239917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82" tIns="61091" rIns="122182" bIns="6109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200">
              <a:solidFill>
                <a:prstClr val="white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6188452-00F9-41E4-ACC5-D2846425BD47}"/>
              </a:ext>
            </a:extLst>
          </p:cNvPr>
          <p:cNvCxnSpPr>
            <a:stCxn id="65" idx="3"/>
            <a:endCxn id="70" idx="1"/>
          </p:cNvCxnSpPr>
          <p:nvPr/>
        </p:nvCxnSpPr>
        <p:spPr>
          <a:xfrm>
            <a:off x="2824612" y="4107526"/>
            <a:ext cx="2984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11">
            <a:extLst>
              <a:ext uri="{FF2B5EF4-FFF2-40B4-BE49-F238E27FC236}">
                <a16:creationId xmlns:a16="http://schemas.microsoft.com/office/drawing/2014/main" id="{B6CA744B-9BF2-466B-8F0A-B492AFB5CEC0}"/>
              </a:ext>
            </a:extLst>
          </p:cNvPr>
          <p:cNvCxnSpPr>
            <a:stCxn id="66" idx="3"/>
            <a:endCxn id="65" idx="1"/>
          </p:cNvCxnSpPr>
          <p:nvPr/>
        </p:nvCxnSpPr>
        <p:spPr>
          <a:xfrm flipV="1">
            <a:off x="1317625" y="4107526"/>
            <a:ext cx="338684" cy="17763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11">
            <a:extLst>
              <a:ext uri="{FF2B5EF4-FFF2-40B4-BE49-F238E27FC236}">
                <a16:creationId xmlns:a16="http://schemas.microsoft.com/office/drawing/2014/main" id="{B6CA744B-9BF2-466B-8F0A-B492AFB5CEC0}"/>
              </a:ext>
            </a:extLst>
          </p:cNvPr>
          <p:cNvCxnSpPr>
            <a:stCxn id="66" idx="3"/>
            <a:endCxn id="68" idx="1"/>
          </p:cNvCxnSpPr>
          <p:nvPr/>
        </p:nvCxnSpPr>
        <p:spPr>
          <a:xfrm>
            <a:off x="1317625" y="4285161"/>
            <a:ext cx="338684" cy="53985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B4DB48A-CD43-44B2-A459-5812497A5C5C}"/>
              </a:ext>
            </a:extLst>
          </p:cNvPr>
          <p:cNvSpPr/>
          <p:nvPr/>
        </p:nvSpPr>
        <p:spPr>
          <a:xfrm>
            <a:off x="3123027" y="4555145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Set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6188452-00F9-41E4-ACC5-D2846425BD47}"/>
              </a:ext>
            </a:extLst>
          </p:cNvPr>
          <p:cNvCxnSpPr>
            <a:stCxn id="68" idx="3"/>
            <a:endCxn id="89" idx="1"/>
          </p:cNvCxnSpPr>
          <p:nvPr/>
        </p:nvCxnSpPr>
        <p:spPr>
          <a:xfrm>
            <a:off x="2821534" y="4825020"/>
            <a:ext cx="30149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F5F6EAFB-2593-4A0C-BD45-C19A4BAC9626}"/>
              </a:ext>
            </a:extLst>
          </p:cNvPr>
          <p:cNvSpPr/>
          <p:nvPr/>
        </p:nvSpPr>
        <p:spPr>
          <a:xfrm>
            <a:off x="4724400" y="4555145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Set is no problem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6188452-00F9-41E4-ACC5-D2846425BD47}"/>
              </a:ext>
            </a:extLst>
          </p:cNvPr>
          <p:cNvCxnSpPr>
            <a:stCxn id="89" idx="3"/>
            <a:endCxn id="95" idx="1"/>
          </p:cNvCxnSpPr>
          <p:nvPr/>
        </p:nvCxnSpPr>
        <p:spPr>
          <a:xfrm>
            <a:off x="4419600" y="4825020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5F6EAFB-2593-4A0C-BD45-C19A4BAC9626}"/>
              </a:ext>
            </a:extLst>
          </p:cNvPr>
          <p:cNvSpPr/>
          <p:nvPr/>
        </p:nvSpPr>
        <p:spPr>
          <a:xfrm>
            <a:off x="4724400" y="5272639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If not plug in set fully, previous inspection will be fail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B4DB48A-CD43-44B2-A459-5812497A5C5C}"/>
              </a:ext>
            </a:extLst>
          </p:cNvPr>
          <p:cNvSpPr/>
          <p:nvPr/>
        </p:nvSpPr>
        <p:spPr>
          <a:xfrm>
            <a:off x="3123027" y="5272639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Plug in set to pallet not fully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6188452-00F9-41E4-ACC5-D2846425BD47}"/>
              </a:ext>
            </a:extLst>
          </p:cNvPr>
          <p:cNvCxnSpPr>
            <a:stCxn id="106" idx="3"/>
            <a:endCxn id="105" idx="1"/>
          </p:cNvCxnSpPr>
          <p:nvPr/>
        </p:nvCxnSpPr>
        <p:spPr>
          <a:xfrm>
            <a:off x="4419600" y="5542514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543DF3D-E9D7-4C3B-84D5-1CE6561FAB63}"/>
              </a:ext>
            </a:extLst>
          </p:cNvPr>
          <p:cNvSpPr/>
          <p:nvPr/>
        </p:nvSpPr>
        <p:spPr>
          <a:xfrm>
            <a:off x="6414325" y="5272639"/>
            <a:ext cx="151064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Not relate to set plugging in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2C39C2A-1FC0-44CA-AB35-4B093B731253}"/>
              </a:ext>
            </a:extLst>
          </p:cNvPr>
          <p:cNvCxnSpPr>
            <a:stCxn id="105" idx="3"/>
            <a:endCxn id="108" idx="1"/>
          </p:cNvCxnSpPr>
          <p:nvPr/>
        </p:nvCxnSpPr>
        <p:spPr>
          <a:xfrm>
            <a:off x="6096000" y="5542514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98">
            <a:extLst>
              <a:ext uri="{FF2B5EF4-FFF2-40B4-BE49-F238E27FC236}">
                <a16:creationId xmlns:a16="http://schemas.microsoft.com/office/drawing/2014/main" id="{2A8FF43E-4FC5-4A54-93D8-21A6CE1B8041}"/>
              </a:ext>
            </a:extLst>
          </p:cNvPr>
          <p:cNvCxnSpPr>
            <a:stCxn id="67" idx="3"/>
            <a:endCxn id="131" idx="1"/>
          </p:cNvCxnSpPr>
          <p:nvPr/>
        </p:nvCxnSpPr>
        <p:spPr>
          <a:xfrm>
            <a:off x="2821534" y="5879011"/>
            <a:ext cx="301493" cy="381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98">
            <a:extLst>
              <a:ext uri="{FF2B5EF4-FFF2-40B4-BE49-F238E27FC236}">
                <a16:creationId xmlns:a16="http://schemas.microsoft.com/office/drawing/2014/main" id="{2A8FF43E-4FC5-4A54-93D8-21A6CE1B8041}"/>
              </a:ext>
            </a:extLst>
          </p:cNvPr>
          <p:cNvCxnSpPr>
            <a:stCxn id="67" idx="3"/>
            <a:endCxn id="106" idx="1"/>
          </p:cNvCxnSpPr>
          <p:nvPr/>
        </p:nvCxnSpPr>
        <p:spPr>
          <a:xfrm flipV="1">
            <a:off x="2821534" y="5542514"/>
            <a:ext cx="301493" cy="33649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96A88E1-45A9-4272-B79C-B12DAB6B33E1}"/>
              </a:ext>
            </a:extLst>
          </p:cNvPr>
          <p:cNvSpPr/>
          <p:nvPr/>
        </p:nvSpPr>
        <p:spPr>
          <a:xfrm>
            <a:off x="4724400" y="3120157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Accuracy is bad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00F3514-21EE-431E-B9AD-FD89AF82BFC1}"/>
              </a:ext>
            </a:extLst>
          </p:cNvPr>
          <p:cNvSpPr/>
          <p:nvPr/>
        </p:nvSpPr>
        <p:spPr>
          <a:xfrm>
            <a:off x="6414325" y="3120157"/>
            <a:ext cx="151064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Audio Video Multi Tester is calibrated frequently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 OK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71308BDE-C3F9-4EC0-BCCC-37A5CF45E921}"/>
              </a:ext>
            </a:extLst>
          </p:cNvPr>
          <p:cNvCxnSpPr>
            <a:stCxn id="120" idx="3"/>
            <a:endCxn id="121" idx="1"/>
          </p:cNvCxnSpPr>
          <p:nvPr/>
        </p:nvCxnSpPr>
        <p:spPr>
          <a:xfrm>
            <a:off x="6096000" y="3390032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100">
            <a:extLst>
              <a:ext uri="{FF2B5EF4-FFF2-40B4-BE49-F238E27FC236}">
                <a16:creationId xmlns:a16="http://schemas.microsoft.com/office/drawing/2014/main" id="{30EE8DA4-D53E-4850-A339-65EF2D0F6702}"/>
              </a:ext>
            </a:extLst>
          </p:cNvPr>
          <p:cNvCxnSpPr>
            <a:stCxn id="135" idx="3"/>
            <a:endCxn id="120" idx="1"/>
          </p:cNvCxnSpPr>
          <p:nvPr/>
        </p:nvCxnSpPr>
        <p:spPr>
          <a:xfrm>
            <a:off x="4419600" y="3059611"/>
            <a:ext cx="304800" cy="33042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00">
            <a:extLst>
              <a:ext uri="{FF2B5EF4-FFF2-40B4-BE49-F238E27FC236}">
                <a16:creationId xmlns:a16="http://schemas.microsoft.com/office/drawing/2014/main" id="{30EE8DA4-D53E-4850-A339-65EF2D0F6702}"/>
              </a:ext>
            </a:extLst>
          </p:cNvPr>
          <p:cNvCxnSpPr>
            <a:stCxn id="135" idx="3"/>
            <a:endCxn id="144" idx="1"/>
          </p:cNvCxnSpPr>
          <p:nvPr/>
        </p:nvCxnSpPr>
        <p:spPr>
          <a:xfrm flipV="1">
            <a:off x="4419600" y="2672538"/>
            <a:ext cx="304800" cy="38707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705243" y="840650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705243" y="1518812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705243" y="2248394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705243" y="3692269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728864" y="6593544"/>
            <a:ext cx="2133600" cy="293117"/>
          </a:xfrm>
        </p:spPr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18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962900" y="6537695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15085" y="6593544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: Potential factor</a:t>
            </a:r>
            <a:endParaRPr lang="en-US" sz="140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78" name="Action Button: Forward or Next 77">
            <a:hlinkClick r:id="rId11" action="ppaction://hlinksldjump" highlightClick="1"/>
          </p:cNvPr>
          <p:cNvSpPr/>
          <p:nvPr/>
        </p:nvSpPr>
        <p:spPr>
          <a:xfrm>
            <a:off x="9515549" y="1841435"/>
            <a:ext cx="313643" cy="239917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82" tIns="61091" rIns="122182" bIns="6109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200">
              <a:solidFill>
                <a:prstClr val="white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9240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47688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4. Improvement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4.1 </a:t>
            </a:r>
            <a:r>
              <a:rPr lang="en-US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Separate DC power from test bench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796244043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ction Button: Forward or Next 8">
            <a:hlinkClick r:id="rId8" action="ppaction://hlinksldjump" highlightClick="1"/>
          </p:cNvPr>
          <p:cNvSpPr/>
          <p:nvPr/>
        </p:nvSpPr>
        <p:spPr>
          <a:xfrm rot="10800000">
            <a:off x="9525000" y="6565736"/>
            <a:ext cx="313643" cy="239917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82" tIns="61091" rIns="122182" bIns="6109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200">
              <a:solidFill>
                <a:prstClr val="white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143000" y="2470890"/>
            <a:ext cx="2468880" cy="7315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</a:rPr>
              <a:t>DC power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1143000" y="3953741"/>
            <a:ext cx="2468880" cy="7315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Test bench</a:t>
            </a:r>
            <a:endParaRPr kumimoji="1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143000" y="5436592"/>
            <a:ext cx="2468880" cy="7315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Set</a:t>
            </a:r>
            <a:endParaRPr kumimoji="1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1828800" y="3202410"/>
            <a:ext cx="0" cy="751331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 bwMode="auto">
          <a:xfrm>
            <a:off x="2971800" y="3202410"/>
            <a:ext cx="0" cy="75133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>
            <a:off x="1828800" y="4685261"/>
            <a:ext cx="0" cy="751331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 bwMode="auto">
          <a:xfrm>
            <a:off x="2971800" y="4685261"/>
            <a:ext cx="0" cy="75133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BD42054-69AD-4FC5-AB64-AE527651DE1D}"/>
              </a:ext>
            </a:extLst>
          </p:cNvPr>
          <p:cNvSpPr txBox="1"/>
          <p:nvPr/>
        </p:nvSpPr>
        <p:spPr>
          <a:xfrm>
            <a:off x="106680" y="1055805"/>
            <a:ext cx="941832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- Test bench includes SMPS (Switching Mode Power Supply). The power quality of SMPS is not good (high ripple), it can make noise and affect to measurement data.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Separate power supply from test bench to improve power quality.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7515" y="2102932"/>
            <a:ext cx="634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As 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3757" y="2102932"/>
            <a:ext cx="698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To 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28864" y="6551391"/>
            <a:ext cx="2133600" cy="293117"/>
          </a:xfrm>
        </p:spPr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19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019800" y="2470890"/>
            <a:ext cx="2468880" cy="7315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 Smart_H Regular" panose="020B0600000101010101" pitchFamily="34" charset="-127"/>
                <a:ea typeface="LG Smart_H Regular" panose="020B0600000101010101" pitchFamily="34" charset="-127"/>
              </a:rPr>
              <a:t>DC power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019800" y="3953741"/>
            <a:ext cx="2468880" cy="7315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Test bench</a:t>
            </a:r>
            <a:endParaRPr kumimoji="1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6019800" y="5436592"/>
            <a:ext cx="2468880" cy="7315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Set</a:t>
            </a:r>
            <a:endParaRPr kumimoji="1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cxnSp>
        <p:nvCxnSpPr>
          <p:cNvPr id="36" name="Straight Arrow Connector 35"/>
          <p:cNvCxnSpPr/>
          <p:nvPr/>
        </p:nvCxnSpPr>
        <p:spPr bwMode="auto">
          <a:xfrm>
            <a:off x="6699738" y="4695092"/>
            <a:ext cx="5862" cy="741500"/>
          </a:xfrm>
          <a:prstGeom prst="straightConnector1">
            <a:avLst/>
          </a:prstGeom>
          <a:ln w="19050">
            <a:solidFill>
              <a:srgbClr val="00CC66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 bwMode="auto">
          <a:xfrm>
            <a:off x="7848600" y="4685261"/>
            <a:ext cx="0" cy="751331"/>
          </a:xfrm>
          <a:prstGeom prst="straightConnector1">
            <a:avLst/>
          </a:prstGeom>
          <a:ln w="19050">
            <a:solidFill>
              <a:srgbClr val="00CC66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30" idx="1"/>
            <a:endCxn id="32" idx="1"/>
          </p:cNvCxnSpPr>
          <p:nvPr/>
        </p:nvCxnSpPr>
        <p:spPr bwMode="auto">
          <a:xfrm rot="10800000" flipV="1">
            <a:off x="6019800" y="2836650"/>
            <a:ext cx="12700" cy="2965702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30" idx="3"/>
            <a:endCxn id="32" idx="3"/>
          </p:cNvCxnSpPr>
          <p:nvPr/>
        </p:nvCxnSpPr>
        <p:spPr bwMode="auto">
          <a:xfrm>
            <a:off x="8488680" y="2836650"/>
            <a:ext cx="12700" cy="2965702"/>
          </a:xfrm>
          <a:prstGeom prst="bentConnector3">
            <a:avLst>
              <a:gd name="adj1" fmla="val 1800000"/>
            </a:avLst>
          </a:prstGeom>
          <a:ln w="1905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980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47688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4. Improvement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796403983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0" name="TextBox 279"/>
          <p:cNvSpPr txBox="1"/>
          <p:nvPr/>
        </p:nvSpPr>
        <p:spPr>
          <a:xfrm>
            <a:off x="1842858" y="2216058"/>
            <a:ext cx="830278" cy="315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Before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419600" y="6529562"/>
            <a:ext cx="2133600" cy="293117"/>
          </a:xfrm>
        </p:spPr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20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279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0" hangingPunct="0"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4.2 </a:t>
            </a:r>
            <a:r>
              <a:rPr lang="en-US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Repair pallet</a:t>
            </a:r>
          </a:p>
        </p:txBody>
      </p:sp>
      <p:grpSp>
        <p:nvGrpSpPr>
          <p:cNvPr id="286" name="Group 285"/>
          <p:cNvGrpSpPr/>
          <p:nvPr/>
        </p:nvGrpSpPr>
        <p:grpSpPr>
          <a:xfrm>
            <a:off x="139946" y="2633000"/>
            <a:ext cx="4236104" cy="2168643"/>
            <a:chOff x="4965239" y="1973769"/>
            <a:chExt cx="3874719" cy="2492262"/>
          </a:xfrm>
        </p:grpSpPr>
        <p:pic>
          <p:nvPicPr>
            <p:cNvPr id="287" name="Picture 28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>
              <a:off x="4965240" y="1973769"/>
              <a:ext cx="2893948" cy="2285924"/>
            </a:xfrm>
            <a:prstGeom prst="rect">
              <a:avLst/>
            </a:prstGeom>
          </p:spPr>
        </p:pic>
        <p:sp>
          <p:nvSpPr>
            <p:cNvPr id="288" name="Rectangle 287"/>
            <p:cNvSpPr/>
            <p:nvPr/>
          </p:nvSpPr>
          <p:spPr>
            <a:xfrm>
              <a:off x="6843903" y="2274569"/>
              <a:ext cx="466377" cy="3584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/>
            </a:p>
          </p:txBody>
        </p:sp>
        <p:pic>
          <p:nvPicPr>
            <p:cNvPr id="289" name="Picture 28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5400000">
              <a:off x="7345032" y="2718505"/>
              <a:ext cx="2239661" cy="750191"/>
            </a:xfrm>
            <a:prstGeom prst="rect">
              <a:avLst/>
            </a:prstGeom>
          </p:spPr>
        </p:pic>
        <p:sp>
          <p:nvSpPr>
            <p:cNvPr id="290" name="TextBox 289"/>
            <p:cNvSpPr txBox="1"/>
            <p:nvPr/>
          </p:nvSpPr>
          <p:spPr>
            <a:xfrm>
              <a:off x="4965239" y="4180414"/>
              <a:ext cx="3874718" cy="285617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15" dirty="0">
                  <a:latin typeface="LG Smart_H Regular" panose="020B0600000101010101" pitchFamily="34" charset="-127"/>
                  <a:ea typeface="LG Smart_H Regular" panose="020B0600000101010101" pitchFamily="34" charset="-127"/>
                </a:rPr>
                <a:t>Case Ground Pogo pin no use ball bearing</a:t>
              </a: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5382998" y="2633000"/>
            <a:ext cx="4240396" cy="2193439"/>
            <a:chOff x="91228" y="4679374"/>
            <a:chExt cx="3813657" cy="2062351"/>
          </a:xfrm>
        </p:grpSpPr>
        <p:pic>
          <p:nvPicPr>
            <p:cNvPr id="293" name="Picture 29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157" y="4679374"/>
              <a:ext cx="2846391" cy="2060827"/>
            </a:xfrm>
            <a:prstGeom prst="rect">
              <a:avLst/>
            </a:prstGeom>
          </p:spPr>
        </p:pic>
        <p:sp>
          <p:nvSpPr>
            <p:cNvPr id="294" name="Rectangle 293"/>
            <p:cNvSpPr/>
            <p:nvPr/>
          </p:nvSpPr>
          <p:spPr>
            <a:xfrm>
              <a:off x="1615390" y="5183208"/>
              <a:ext cx="462196" cy="37996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/>
            </a:p>
          </p:txBody>
        </p:sp>
        <p:pic>
          <p:nvPicPr>
            <p:cNvPr id="295" name="Picture 29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5400000">
              <a:off x="2504899" y="5341738"/>
              <a:ext cx="2062350" cy="737623"/>
            </a:xfrm>
            <a:prstGeom prst="rect">
              <a:avLst/>
            </a:prstGeom>
          </p:spPr>
        </p:pic>
        <p:sp>
          <p:nvSpPr>
            <p:cNvPr id="296" name="TextBox 295"/>
            <p:cNvSpPr txBox="1"/>
            <p:nvPr/>
          </p:nvSpPr>
          <p:spPr>
            <a:xfrm>
              <a:off x="91228" y="6459153"/>
              <a:ext cx="3272016" cy="26924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15" dirty="0">
                  <a:latin typeface="LG Smart_H Regular" panose="020B0600000101010101" pitchFamily="34" charset="-127"/>
                  <a:ea typeface="LG Smart_H Regular" panose="020B0600000101010101" pitchFamily="34" charset="-127"/>
                </a:rPr>
                <a:t>Adding ball bearing for Ground Pogo Pin</a:t>
              </a:r>
            </a:p>
          </p:txBody>
        </p:sp>
      </p:grpSp>
      <p:pic>
        <p:nvPicPr>
          <p:cNvPr id="298" name="Picture 29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2998" y="4972761"/>
            <a:ext cx="4240396" cy="1609983"/>
          </a:xfrm>
          <a:prstGeom prst="rect">
            <a:avLst/>
          </a:prstGeom>
        </p:spPr>
      </p:pic>
      <p:sp>
        <p:nvSpPr>
          <p:cNvPr id="342" name="TextBox 341">
            <a:extLst>
              <a:ext uri="{FF2B5EF4-FFF2-40B4-BE49-F238E27FC236}">
                <a16:creationId xmlns:a16="http://schemas.microsoft.com/office/drawing/2014/main" id="{DBD42054-69AD-4FC5-AB64-AE527651DE1D}"/>
              </a:ext>
            </a:extLst>
          </p:cNvPr>
          <p:cNvSpPr txBox="1"/>
          <p:nvPr/>
        </p:nvSpPr>
        <p:spPr>
          <a:xfrm>
            <a:off x="139946" y="975992"/>
            <a:ext cx="966216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- Bluetooth distortion is measured through pogo pin from Set to AVMT. So, if the ground connection is not good, it can make noise and affect to measurement data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Add more ball bearing for ground pogo pin to increase electrical conductivity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46" name="TextBox 345"/>
          <p:cNvSpPr txBox="1"/>
          <p:nvPr/>
        </p:nvSpPr>
        <p:spPr>
          <a:xfrm>
            <a:off x="6925970" y="2216057"/>
            <a:ext cx="830278" cy="315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After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4648200" y="3505200"/>
            <a:ext cx="426720" cy="35799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161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" y="1016675"/>
            <a:ext cx="969264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 algn="just">
              <a:lnSpc>
                <a:spcPct val="150000"/>
              </a:lnSpc>
              <a:buFontTx/>
              <a:buChar char="-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Before, ground of each equipment is connect with each other, so when measuring Bluetooth distortion data, power noise of other equipment can affect to AVMT, it makes data incorrect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Separate ground of all equipment.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21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56456" y="47688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4. Improvement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eaLnBrk="0" hangingPunct="0"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4.3 Separate ground for each equipment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879747438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4" name="Picture 10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5395" y="2285999"/>
            <a:ext cx="4810125" cy="3343275"/>
          </a:xfrm>
          <a:prstGeom prst="rect">
            <a:avLst/>
          </a:prstGeom>
        </p:spPr>
      </p:pic>
      <p:pic>
        <p:nvPicPr>
          <p:cNvPr id="1025" name="Picture 10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" y="2286000"/>
            <a:ext cx="4858771" cy="3343275"/>
          </a:xfrm>
          <a:prstGeom prst="rect">
            <a:avLst/>
          </a:prstGeom>
        </p:spPr>
      </p:pic>
      <p:sp>
        <p:nvSpPr>
          <p:cNvPr id="366" name="TextBox 365"/>
          <p:cNvSpPr txBox="1"/>
          <p:nvPr/>
        </p:nvSpPr>
        <p:spPr>
          <a:xfrm>
            <a:off x="1341120" y="5641974"/>
            <a:ext cx="2146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Use common GND Wire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6652631" y="5641974"/>
            <a:ext cx="2146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Separate GND Wire</a:t>
            </a:r>
          </a:p>
        </p:txBody>
      </p:sp>
    </p:spTree>
    <p:extLst>
      <p:ext uri="{BB962C8B-B14F-4D97-AF65-F5344CB8AC3E}">
        <p14:creationId xmlns:p14="http://schemas.microsoft.com/office/powerpoint/2010/main" val="878924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25235" b="9901"/>
          <a:stretch/>
        </p:blipFill>
        <p:spPr>
          <a:xfrm>
            <a:off x="1364171" y="4396326"/>
            <a:ext cx="7086600" cy="18288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25614" b="10618"/>
          <a:stretch/>
        </p:blipFill>
        <p:spPr>
          <a:xfrm>
            <a:off x="1389571" y="2168848"/>
            <a:ext cx="7153275" cy="16764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47688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4. Improvement</a:t>
            </a:r>
            <a:endParaRPr lang="ko-KR" alt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eaLnBrk="0" hangingPunct="0">
              <a:defRPr/>
            </a:pPr>
            <a:r>
              <a:rPr lang="en-US" altLang="ko-KR" b="1" kern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4.4 Increase delay after play MP3 file 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4279662334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Action Button: Forward or Next 10">
            <a:hlinkClick r:id="rId10" action="ppaction://hlinksldjump" highlightClick="1"/>
          </p:cNvPr>
          <p:cNvSpPr/>
          <p:nvPr/>
        </p:nvSpPr>
        <p:spPr>
          <a:xfrm rot="10800000">
            <a:off x="9525000" y="6516217"/>
            <a:ext cx="313643" cy="239917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82" tIns="61091" rIns="122182" bIns="6109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200" dirty="0">
              <a:solidFill>
                <a:prstClr val="white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326071" y="4922520"/>
            <a:ext cx="7124700" cy="2125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22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680" y="1016675"/>
            <a:ext cx="969264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 algn="just">
              <a:lnSpc>
                <a:spcPct val="150000"/>
              </a:lnSpc>
              <a:buFontTx/>
              <a:buChar char="-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Bluetooth distortion is measured after Set play MP3 file completely. The measured data is not a stable if Set not yet play file.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Add 1.5s delay for playing MP3 file, Bluetooth signal will be stable, so AVMT will measure data correctly.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80525" y="1772668"/>
            <a:ext cx="830278" cy="315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3282" y="4004857"/>
            <a:ext cx="830278" cy="315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804824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47688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4.  Improvement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noProof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4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.2 Check Gage Study</a:t>
            </a:r>
            <a:r>
              <a:rPr kumimoji="1" lang="en-US" altLang="ko-KR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Type 3 at Station 4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96061886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23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80" y="1030069"/>
            <a:ext cx="969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Taking 20 parts randomly from the production process as a sample, presented the parts in random order, measured them using automatic 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measuring equipment, and </a:t>
            </a:r>
            <a:r>
              <a:rPr lang="en-US" sz="120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conducted 4 </a:t>
            </a:r>
            <a:r>
              <a:rPr lang="en-US" sz="12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repetitive measurements using the same procedure, and obtained the following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9330" y="1963616"/>
            <a:ext cx="388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Measurement data using Dark current station No 4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762991"/>
              </p:ext>
            </p:extLst>
          </p:nvPr>
        </p:nvGraphicFramePr>
        <p:xfrm>
          <a:off x="106680" y="2514600"/>
          <a:ext cx="9570720" cy="3657600"/>
        </p:xfrm>
        <a:graphic>
          <a:graphicData uri="http://schemas.openxmlformats.org/drawingml/2006/table">
            <a:tbl>
              <a:tblPr/>
              <a:tblGrid>
                <a:gridCol w="329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948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2758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764896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Sleep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current</a:t>
                      </a:r>
                      <a:b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</a:b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(mA)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0.15953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0.14819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0.15166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0.14988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0.16688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0.15928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0.15339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0.15613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0.15561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0.15045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0.16000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0.14824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0.15150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0.15011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0.16727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0.15942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0.15323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0.15641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0.15551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0.15069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0.15992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0.14796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0.15211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0.15000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0.16678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0.15925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0.15314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0.15645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0.15605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0.15067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0.15887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0.14837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0.15182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0.14988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0.16665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0.15894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0.15369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0.15594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0.15604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0.15058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0.15598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0.15434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0.15012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0.14829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0.15243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0.15274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0.15535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0.15246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0.15120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0.15362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0.15553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0.15401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0.15005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0.14843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0.15236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0.15241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0.15569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0.15278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0.15119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0.15398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0.15611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0.15405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0.15037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0.14816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0.15214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0.15253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0.15527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0.15234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0.15113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0.15362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588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0.15590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0.15405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0.15012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0.14810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0.15233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0.15243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0.15500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0.15366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0.15138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  <a:cs typeface="Arial" panose="020B0604020202020204" pitchFamily="34" charset="0"/>
                        </a:rPr>
                        <a:t>0.15390</a:t>
                      </a: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054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47688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4.  Improvement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noProof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4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.2 </a:t>
            </a:r>
            <a:r>
              <a:rPr kumimoji="1" lang="en-US" altLang="ko-KR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Check Gage Study</a:t>
            </a:r>
            <a:r>
              <a:rPr kumimoji="1" lang="en-US" altLang="ko-KR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Type 3 at Station 4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96061886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24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664" y="1226425"/>
            <a:ext cx="7853536" cy="508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50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47688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4.  Improvement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9179" y="574669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noProof="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4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.2 </a:t>
            </a:r>
            <a:r>
              <a:rPr kumimoji="1" lang="en-US" altLang="ko-KR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Check Gage Study</a:t>
            </a:r>
            <a:r>
              <a:rPr kumimoji="1" lang="en-US" altLang="ko-KR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 Smart_H Regular" panose="020B0600000101010101" pitchFamily="34" charset="-127"/>
                <a:ea typeface="LG Smart_H Regular" panose="020B0600000101010101" pitchFamily="34" charset="-127"/>
                <a:cs typeface="+mj-cs"/>
              </a:rPr>
              <a:t> Type 3 at Station 4</a:t>
            </a:r>
            <a:endParaRPr kumimoji="1" lang="ko-KR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G Smart_H Regular" panose="020B0600000101010101" pitchFamily="34" charset="-127"/>
              <a:ea typeface="LG Smart_H Regular" panose="020B0600000101010101" pitchFamily="34" charset="-127"/>
              <a:cs typeface="+mj-cs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96061886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25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81600" y="12192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P part = 0.000 &lt; 0.05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OK    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The different between parts is significant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81600" y="4419599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% Study </a:t>
            </a:r>
            <a:r>
              <a:rPr lang="en-US" sz="1200" dirty="0" err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Var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= 5.89%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&lt; 10%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% Toler </a:t>
            </a: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: 0.16%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&lt; 10%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NDC </a:t>
            </a: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= 23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&gt; 5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600" y="3075801"/>
            <a:ext cx="457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% R&amp;R </a:t>
            </a: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= 0.35% </a:t>
            </a: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&lt; 10%  OK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81600" y="5484975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Conclusion: measurement system is OK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1154038"/>
            <a:ext cx="44291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99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50562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5.  Control</a:t>
            </a: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967675449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66628" y="2048119"/>
            <a:ext cx="181652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i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DMM calibration label</a:t>
            </a:r>
            <a:endParaRPr lang="en-US" sz="1100" i="1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26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3790" y="798157"/>
            <a:ext cx="2438400" cy="1292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0" y="2529021"/>
            <a:ext cx="5415136" cy="2740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12690" y="5237897"/>
            <a:ext cx="236220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i="1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Pallet daily check sheet</a:t>
            </a:r>
            <a:endParaRPr lang="en-US" sz="1100" i="1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204430"/>
              </p:ext>
            </p:extLst>
          </p:nvPr>
        </p:nvGraphicFramePr>
        <p:xfrm>
          <a:off x="4145560" y="1073050"/>
          <a:ext cx="2514600" cy="981075"/>
        </p:xfrm>
        <a:graphic>
          <a:graphicData uri="http://schemas.openxmlformats.org/drawingml/2006/table">
            <a:tbl>
              <a:tblPr/>
              <a:tblGrid>
                <a:gridCol w="1210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PIC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Nguyễn Anh Việt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(PM member)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calibration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Equipment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759485"/>
              </p:ext>
            </p:extLst>
          </p:nvPr>
        </p:nvGraphicFramePr>
        <p:xfrm>
          <a:off x="568470" y="3423361"/>
          <a:ext cx="2514600" cy="981075"/>
        </p:xfrm>
        <a:graphic>
          <a:graphicData uri="http://schemas.openxmlformats.org/drawingml/2006/table">
            <a:tbl>
              <a:tblPr/>
              <a:tblGrid>
                <a:gridCol w="1210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PIC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Nguyễn Anh Việt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(PM member)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calibration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Equipment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Pallet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6680" y="609600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5.1 DMM equipment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613" y="982704"/>
            <a:ext cx="3837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Control by Nguyễn Việt Anh (PM member), calibrated time is yearly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79" y="2221244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5.2 Pallet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6" y="2670001"/>
            <a:ext cx="405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Control by Nguyễn Việt Anh (PM member), repair pallet weekly by pallet check sheet</a:t>
            </a:r>
          </a:p>
        </p:txBody>
      </p:sp>
    </p:spTree>
    <p:extLst>
      <p:ext uri="{BB962C8B-B14F-4D97-AF65-F5344CB8AC3E}">
        <p14:creationId xmlns:p14="http://schemas.microsoft.com/office/powerpoint/2010/main" val="3852662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50562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5.  Control</a:t>
            </a: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967675449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6680" y="6236271"/>
            <a:ext cx="3246120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DMM calibration label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5402-AEF5-4D26-A49C-7368E264DDAC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pPr/>
              <a:t>27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</a:rPr>
              <a:t>/ 36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" y="2345274"/>
            <a:ext cx="3246120" cy="36383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2345274"/>
            <a:ext cx="6262780" cy="36383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5200" y="6236271"/>
            <a:ext cx="6262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latin typeface="LG Smart_H Regular" panose="020B0600000101010101" pitchFamily="34" charset="-127"/>
                <a:ea typeface="LG Smart_H Regular" panose="020B0600000101010101" pitchFamily="34" charset="-127"/>
                <a:cs typeface="Arial" pitchFamily="34" charset="0"/>
              </a:rPr>
              <a:t>Pallet daily check sheet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185145"/>
              </p:ext>
            </p:extLst>
          </p:nvPr>
        </p:nvGraphicFramePr>
        <p:xfrm>
          <a:off x="457200" y="990600"/>
          <a:ext cx="2514600" cy="981075"/>
        </p:xfrm>
        <a:graphic>
          <a:graphicData uri="http://schemas.openxmlformats.org/drawingml/2006/table">
            <a:tbl>
              <a:tblPr/>
              <a:tblGrid>
                <a:gridCol w="1210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PIC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Nguyễn Anh Việt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(PM member)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calibration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Equipment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37685"/>
              </p:ext>
            </p:extLst>
          </p:nvPr>
        </p:nvGraphicFramePr>
        <p:xfrm>
          <a:off x="5181600" y="990600"/>
          <a:ext cx="2514600" cy="981075"/>
        </p:xfrm>
        <a:graphic>
          <a:graphicData uri="http://schemas.openxmlformats.org/drawingml/2006/table">
            <a:tbl>
              <a:tblPr/>
              <a:tblGrid>
                <a:gridCol w="1210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PIC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Nguyễn Anh Việt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(PM member)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calibration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Equipment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Pallet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938006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86995</TotalTime>
  <Words>4921</Words>
  <Application>Microsoft Office PowerPoint</Application>
  <PresentationFormat>A4 Paper (210x297 mm)</PresentationFormat>
  <Paragraphs>1644</Paragraphs>
  <Slides>27</Slides>
  <Notes>27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굴림</vt:lpstr>
      <vt:lpstr>LG Smart_H Regular</vt:lpstr>
      <vt:lpstr>LG Smart_H Regular</vt:lpstr>
      <vt:lpstr>맑은 고딕</vt:lpstr>
      <vt:lpstr>Arial</vt:lpstr>
      <vt:lpstr>Calibri</vt:lpstr>
      <vt:lpstr>Cambria Math</vt:lpstr>
      <vt:lpstr>현대하모니 L</vt:lpstr>
      <vt:lpstr>Wingdings</vt:lpstr>
      <vt:lpstr>3_디자인 사용자 지정</vt:lpstr>
      <vt:lpstr>PowerPoint Presentation</vt:lpstr>
      <vt:lpstr>PowerPoint Presentation</vt:lpstr>
      <vt:lpstr>1. Define 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2. Measurement</vt:lpstr>
      <vt:lpstr>3. Analyze</vt:lpstr>
      <vt:lpstr>4. Improvement</vt:lpstr>
      <vt:lpstr>4. Improvement</vt:lpstr>
      <vt:lpstr>4. Improvement</vt:lpstr>
      <vt:lpstr>4. Improvement</vt:lpstr>
      <vt:lpstr>4.  Improvement</vt:lpstr>
      <vt:lpstr>4.  Improvement</vt:lpstr>
      <vt:lpstr>4.  Improvement</vt:lpstr>
      <vt:lpstr>5.  Control</vt:lpstr>
      <vt:lpstr>5. 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Bery</dc:creator>
  <cp:lastModifiedBy>ANH DINH HOANG NGUYEN/LGEVH IVI LD Cyber Security Part</cp:lastModifiedBy>
  <cp:revision>2457</cp:revision>
  <cp:lastPrinted>2017-04-20T00:57:17Z</cp:lastPrinted>
  <dcterms:created xsi:type="dcterms:W3CDTF">2013-07-05T02:04:59Z</dcterms:created>
  <dcterms:modified xsi:type="dcterms:W3CDTF">2026-04-16T10:11:42Z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2026-04-16T10:10:20Z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036210d9-1211-4fb0-b34e-18095c403896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3_디자인 사용자 지정:4</vt:lpwstr>
  </property>
  <property fmtid="{D5CDD505-2E9C-101B-9397-08002B2CF9AE}" pid="11" name="ClassificationContentMarkingHeaderText">
    <vt:lpwstr>LGE Internal Use Only</vt:lpwstr>
  </property>
</Properties>
</file>