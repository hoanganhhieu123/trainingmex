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6175-06C5-6A0C-7E05-3A3B3DCCE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7AB5F-EF58-2085-DA55-5015F5220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4A0A-6E40-6997-129C-8F00F1E7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A6AA6-2A41-9858-F375-32C2D19D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C1CB9-3460-FFE7-996E-9C829B2A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7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1142-657E-F0CC-FC4C-F2A1242C7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45C08-6015-313E-DC5A-31A52D51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0E84E-B6A1-606E-FA87-A07FD020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E928E-1279-138B-7AA9-1A35DD7B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BB19-9224-0857-4B8E-EE6A7C85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4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0976-7E63-C4DA-F19A-7510442C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AD62C-6F18-4A4F-5AF8-500321F18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AEA71-5BAA-1777-1714-1451725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EC3D-F82B-182E-AE16-2D718742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A6D2F-844E-2B6E-26E7-5A5D30E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3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AD66-F532-B0D4-98A0-C2D50F6C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895F6-0AAB-0557-8709-677F677C4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88AB9-D301-2DDA-46C6-1E465D918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15591-4EA6-D86C-9DD2-1DA67F0C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C126B-73C9-B7C5-4041-26DB7799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AC7F1-F5D9-09A0-4032-7D224583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2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78035-FA62-8BE0-86E9-489F3165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FC02-7253-5798-0C1F-2C3F1621D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ECFB3-7482-177F-BDEF-EFAAB86E0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E57D4-D663-FD84-DD83-CA4D0E209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CE10A-FD5C-714D-09BC-A994E6825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9E2A5-31F2-FFDD-2128-59845554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B8669-19D8-7C6C-22A3-5D8C7004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AC94A-38D1-4A0E-BA43-30613A9D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7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C237-9EDE-02FE-2DFA-C60E3BB1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1E1FF-01EB-9A50-2EE9-A9911F5A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F9858-AEA6-3E6E-01D8-B69388AE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0FCB1-455F-2342-B243-7AF4DEF6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3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CD117-DA7A-7403-4356-E0BA57F4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13CF2-5880-F29E-D3E2-DD533DE4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89CEE-A899-37C9-20B4-FE718C46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2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9DD2-72F2-12D9-40D2-32EE4BE8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5AA0-3C28-9CB8-61AF-52B501189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47011-8DBE-ACAE-EF3C-7EDFFBEB6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C5110-A93C-435A-9EAA-C38DDBE9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82F4B-D7A9-CA4F-50BC-E06DA832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902A-D4DC-97BC-D78E-290283D4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2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0142-8D91-91AE-A411-D4439CFDF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2A77A-7ABD-6655-D936-5B9E8812B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AD387-FB66-ABE7-E65C-611CBA50E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2123F-B915-7178-F349-99EEF04C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C48BC-8F23-3A4A-2DD4-E4B297D8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E627F-7FA9-FA41-5687-65CFD6BA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3812-AF11-5033-DF70-26672886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5FD27-30DB-B129-2242-15A0DACC3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7A8DE-F746-911C-D99D-3764145F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3D1A2-8B1A-E7B8-43C0-368A7979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E4684-29FA-5686-A894-C99B2DEE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80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5FE5CF-6C3F-CBEF-CD6C-B814CD69B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ED7D9-CC3B-C6D1-4860-3C46A06CE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9FEF-8376-2104-9E2F-F1013B32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31AC0-55E1-8631-0218-4E8FE168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69864-234B-5F34-1C8B-1C433A9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0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A322E1-6514-3579-60AE-2D194DA7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B29D8-B31F-9FEF-E880-A398F0B3F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6D3E-590F-D11F-10E8-6AF8F706D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F4517-AEF3-4DFE-B89E-536469CEA7D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3B4CF-B9D1-9191-64CE-23015F79E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0780D-5C6B-4E38-B013-208F6BCA5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BB7C5-2614-46D8-99DC-F2439258A6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55046-C0E2-C210-200E-8B24DDB4F1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0461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5A9FA4-95AB-45A0-0299-3DF77852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752" y="988129"/>
            <a:ext cx="3950550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6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ANH DINH HOANG NGUYEN/LGEVH IVI LD Cyber Security Part</dc:creator>
  <cp:lastModifiedBy>ANH DINH HOANG NGUYEN/LGEVH IVI LD Cyber Security Part</cp:lastModifiedBy>
  <cp:revision>2</cp:revision>
  <dcterms:created xsi:type="dcterms:W3CDTF">2026-03-02T07:54:42Z</dcterms:created>
  <dcterms:modified xsi:type="dcterms:W3CDTF">2026-03-02T07:57:58Z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2026-03-02T07:57:24Z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bb9ec560-5778-41e2-9b5c-ef37b8eeaae5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LGE Internal Use Only</vt:lpwstr>
  </property>
</Properties>
</file>